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  <p:sldId id="266" r:id="rId12"/>
    <p:sldId id="267" r:id="rId13"/>
    <p:sldId id="270" r:id="rId14"/>
    <p:sldId id="271" r:id="rId15"/>
    <p:sldId id="272" r:id="rId16"/>
    <p:sldId id="273" r:id="rId17"/>
    <p:sldId id="282" r:id="rId18"/>
    <p:sldId id="281" r:id="rId19"/>
  </p:sldIdLst>
  <p:sldSz cx="9144000" cy="5143500" type="screen16x9"/>
  <p:notesSz cx="6858000" cy="9144000"/>
  <p:embeddedFontLst>
    <p:embeddedFont>
      <p:font typeface="Orbitron"/>
      <p:regular r:id="rId23"/>
    </p:embeddedFont>
    <p:embeddedFont>
      <p:font typeface="Quicksand"/>
      <p:regular r:id="rId24"/>
    </p:embeddedFont>
    <p:embeddedFont>
      <p:font typeface="Sitka Display Semibold" pitchFamily="2" charset="0"/>
      <p:bold r:id="rId25"/>
    </p:embeddedFon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Tahoma" panose="020B0604030504040204"/>
      <p:regular r:id="rId30"/>
      <p:bold r:id="rId31"/>
    </p:embeddedFont>
    <p:embeddedFont>
      <p:font typeface="Franklin Gothic Demi" panose="020B0703020102020204" pitchFamily="34" charset="0"/>
      <p:regular r:id="rId32"/>
      <p:italic r:id="rId33"/>
    </p:embeddedFont>
    <p:embeddedFont>
      <p:font typeface="Segoe UI" panose="020B0502040204020203"/>
      <p:regular r:id="rId34"/>
      <p:bold r:id="rId35"/>
      <p:italic r:id="rId36"/>
      <p:boldItalic r:id="rId37"/>
    </p:embeddedFont>
    <p:embeddedFont>
      <p:font typeface="Microsoft Sans Serif" panose="020B0604020202020204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16.fntdata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f17053b67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f17053b67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cc9050bdf8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cc9050bdf8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f60122e166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f60122e166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cc9050bdf8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cc9050bdf8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1109615dbae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1109615dbae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10cb08aead6_0_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10cb08aead6_0_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0cb08aead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0cb08aead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1109615db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1109615db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cc9050bdf8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cc9050bdf8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cc9050bdf8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cc9050bdf8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cc9050bdf8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cc9050bdf8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10cb08aead6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10cb08aead6_0_1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" name="Google Shape;10;p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90635" y="3761000"/>
            <a:ext cx="39099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" name="Google Shape;40;p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2" name="Google Shape;42;p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9" name="Google Shape;49;p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0" name="Google Shape;50;p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1" name="Google Shape;51;p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2" name="Google Shape;52;p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7" name="Google Shape;57;p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9" name="Google Shape;59;p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4" name="Google Shape;64;p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66" name="Google Shape;66;p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7" name="Google Shape;67;p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8" name="Google Shape;68;p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69" name="Google Shape;69;p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>
            <a:spLocks noGrp="1"/>
          </p:cNvSpPr>
          <p:nvPr>
            <p:ph type="subTitle" idx="1"/>
          </p:nvPr>
        </p:nvSpPr>
        <p:spPr>
          <a:xfrm>
            <a:off x="1987512" y="3526750"/>
            <a:ext cx="1857000" cy="8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"/>
          <p:cNvSpPr txBox="1">
            <a:spLocks noGrp="1"/>
          </p:cNvSpPr>
          <p:nvPr>
            <p:ph type="subTitle" idx="2"/>
          </p:nvPr>
        </p:nvSpPr>
        <p:spPr>
          <a:xfrm>
            <a:off x="5297750" y="3526752"/>
            <a:ext cx="1857000" cy="8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"/>
          <p:cNvSpPr txBox="1">
            <a:spLocks noGrp="1"/>
          </p:cNvSpPr>
          <p:nvPr>
            <p:ph type="subTitle" idx="3"/>
          </p:nvPr>
        </p:nvSpPr>
        <p:spPr>
          <a:xfrm>
            <a:off x="1987512" y="3102825"/>
            <a:ext cx="1857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4" name="Google Shape;74;p5"/>
          <p:cNvSpPr txBox="1">
            <a:spLocks noGrp="1"/>
          </p:cNvSpPr>
          <p:nvPr>
            <p:ph type="subTitle" idx="4"/>
          </p:nvPr>
        </p:nvSpPr>
        <p:spPr>
          <a:xfrm>
            <a:off x="5297750" y="3102825"/>
            <a:ext cx="1857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0" name="Google Shape;90;p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2" name="Google Shape;92;p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9" name="Google Shape;99;p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" name="Google Shape;100;p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23" name="Google Shape;123;p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5" name="Google Shape;125;p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32" name="Google Shape;132;p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33" name="Google Shape;133;p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4" name="Google Shape;134;p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 rot="625">
            <a:off x="720000" y="2140064"/>
            <a:ext cx="3297600" cy="14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" name="Google Shape;137;p9"/>
          <p:cNvSpPr txBox="1">
            <a:spLocks noGrp="1"/>
          </p:cNvSpPr>
          <p:nvPr>
            <p:ph type="subTitle" idx="1"/>
          </p:nvPr>
        </p:nvSpPr>
        <p:spPr>
          <a:xfrm>
            <a:off x="4712700" y="1444133"/>
            <a:ext cx="3458100" cy="22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/>
          <p:nvPr/>
        </p:nvSpPr>
        <p:spPr>
          <a:xfrm>
            <a:off x="822316" y="1320388"/>
            <a:ext cx="6879300" cy="3180900"/>
          </a:xfrm>
          <a:prstGeom prst="roundRect">
            <a:avLst>
              <a:gd name="adj" fmla="val 555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4"/>
          <p:cNvSpPr/>
          <p:nvPr/>
        </p:nvSpPr>
        <p:spPr>
          <a:xfrm>
            <a:off x="823663" y="1320388"/>
            <a:ext cx="6879300" cy="3180900"/>
          </a:xfrm>
          <a:prstGeom prst="roundRect">
            <a:avLst>
              <a:gd name="adj" fmla="val 5555"/>
            </a:avLst>
          </a:prstGeom>
          <a:gradFill>
            <a:gsLst>
              <a:gs pos="0">
                <a:schemeClr val="lt1"/>
              </a:gs>
              <a:gs pos="100000">
                <a:srgbClr val="66BEE9">
                  <a:alpha val="3450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2" name="Google Shape;172;p14"/>
          <p:cNvGrpSpPr/>
          <p:nvPr/>
        </p:nvGrpSpPr>
        <p:grpSpPr>
          <a:xfrm>
            <a:off x="1034813" y="1442025"/>
            <a:ext cx="6457015" cy="214279"/>
            <a:chOff x="433216" y="393424"/>
            <a:chExt cx="7910100" cy="262500"/>
          </a:xfrm>
        </p:grpSpPr>
        <p:sp>
          <p:nvSpPr>
            <p:cNvPr id="173" name="Google Shape;173;p14"/>
            <p:cNvSpPr/>
            <p:nvPr/>
          </p:nvSpPr>
          <p:spPr>
            <a:xfrm>
              <a:off x="433216" y="393424"/>
              <a:ext cx="79101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4" name="Google Shape;174;p14"/>
            <p:cNvGrpSpPr/>
            <p:nvPr/>
          </p:nvGrpSpPr>
          <p:grpSpPr>
            <a:xfrm rot="10800000" flipH="1">
              <a:off x="543498" y="483688"/>
              <a:ext cx="429322" cy="93999"/>
              <a:chOff x="5840230" y="744468"/>
              <a:chExt cx="431653" cy="94500"/>
            </a:xfrm>
          </p:grpSpPr>
          <p:sp>
            <p:nvSpPr>
              <p:cNvPr id="175" name="Google Shape;175;p14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" name="Google Shape;177;p14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8" name="Google Shape;178;p14"/>
          <p:cNvGrpSpPr/>
          <p:nvPr/>
        </p:nvGrpSpPr>
        <p:grpSpPr>
          <a:xfrm rot="10800000" flipH="1">
            <a:off x="3745690" y="4147259"/>
            <a:ext cx="825589" cy="93999"/>
            <a:chOff x="5718423" y="809024"/>
            <a:chExt cx="830071" cy="94500"/>
          </a:xfrm>
        </p:grpSpPr>
        <p:sp>
          <p:nvSpPr>
            <p:cNvPr id="179" name="Google Shape;179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1117524" y="2165575"/>
            <a:ext cx="3985500" cy="1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38" name="Google Shape;238;p1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40" name="Google Shape;240;p1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45" name="Google Shape;245;p1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46" name="Google Shape;246;p1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47" name="Google Shape;247;p1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48" name="Google Shape;248;p1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49" name="Google Shape;249;p1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50" name="Google Shape;250;p1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251" name="Google Shape;251;p18"/>
          <p:cNvSpPr txBox="1">
            <a:spLocks noGrp="1"/>
          </p:cNvSpPr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18"/>
          <p:cNvSpPr txBox="1">
            <a:spLocks noGrp="1"/>
          </p:cNvSpPr>
          <p:nvPr>
            <p:ph type="subTitle" idx="1"/>
          </p:nvPr>
        </p:nvSpPr>
        <p:spPr>
          <a:xfrm>
            <a:off x="1575538" y="3636525"/>
            <a:ext cx="1997400" cy="7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8"/>
          <p:cNvSpPr txBox="1">
            <a:spLocks noGrp="1"/>
          </p:cNvSpPr>
          <p:nvPr>
            <p:ph type="subTitle" idx="2"/>
          </p:nvPr>
        </p:nvSpPr>
        <p:spPr>
          <a:xfrm>
            <a:off x="5424070" y="3636525"/>
            <a:ext cx="1997400" cy="7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8"/>
          <p:cNvSpPr txBox="1">
            <a:spLocks noGrp="1"/>
          </p:cNvSpPr>
          <p:nvPr>
            <p:ph type="subTitle" idx="3"/>
          </p:nvPr>
        </p:nvSpPr>
        <p:spPr>
          <a:xfrm>
            <a:off x="1974014" y="3329600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55" name="Google Shape;255;p18"/>
          <p:cNvSpPr txBox="1">
            <a:spLocks noGrp="1"/>
          </p:cNvSpPr>
          <p:nvPr>
            <p:ph type="subTitle" idx="4"/>
          </p:nvPr>
        </p:nvSpPr>
        <p:spPr>
          <a:xfrm>
            <a:off x="5424087" y="3329600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58" name="Google Shape;258;p1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60" name="Google Shape;260;p1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61" name="Google Shape;261;p1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65" name="Google Shape;265;p1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67" name="Google Shape;267;p1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68" name="Google Shape;268;p1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69" name="Google Shape;269;p1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70" name="Google Shape;270;p1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271" name="Google Shape;271;p19"/>
          <p:cNvSpPr txBox="1">
            <a:spLocks noGrp="1"/>
          </p:cNvSpPr>
          <p:nvPr>
            <p:ph type="title"/>
          </p:nvPr>
        </p:nvSpPr>
        <p:spPr>
          <a:xfrm>
            <a:off x="720050" y="692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19"/>
          <p:cNvSpPr txBox="1">
            <a:spLocks noGrp="1"/>
          </p:cNvSpPr>
          <p:nvPr>
            <p:ph type="subTitle" idx="1"/>
          </p:nvPr>
        </p:nvSpPr>
        <p:spPr>
          <a:xfrm>
            <a:off x="4244613" y="1724175"/>
            <a:ext cx="2834100" cy="10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9"/>
          <p:cNvSpPr txBox="1">
            <a:spLocks noGrp="1"/>
          </p:cNvSpPr>
          <p:nvPr>
            <p:ph type="subTitle" idx="2"/>
          </p:nvPr>
        </p:nvSpPr>
        <p:spPr>
          <a:xfrm>
            <a:off x="4244613" y="3165775"/>
            <a:ext cx="2834100" cy="10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9"/>
          <p:cNvSpPr txBox="1">
            <a:spLocks noGrp="1"/>
          </p:cNvSpPr>
          <p:nvPr>
            <p:ph type="subTitle" idx="3"/>
          </p:nvPr>
        </p:nvSpPr>
        <p:spPr>
          <a:xfrm>
            <a:off x="2443939" y="1811150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75" name="Google Shape;275;p19"/>
          <p:cNvSpPr txBox="1">
            <a:spLocks noGrp="1"/>
          </p:cNvSpPr>
          <p:nvPr>
            <p:ph type="subTitle" idx="4"/>
          </p:nvPr>
        </p:nvSpPr>
        <p:spPr>
          <a:xfrm>
            <a:off x="2443937" y="3252775"/>
            <a:ext cx="1599000" cy="2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1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78" name="Google Shape;278;p2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0" name="Google Shape;280;p2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5" name="Google Shape;285;p2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87" name="Google Shape;287;p2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88" name="Google Shape;288;p2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89" name="Google Shape;289;p2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90" name="Google Shape;290;p2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291" name="Google Shape;291;p20"/>
          <p:cNvSpPr txBox="1">
            <a:spLocks noGrp="1"/>
          </p:cNvSpPr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/>
        </p:txBody>
      </p:sp>
      <p:sp>
        <p:nvSpPr>
          <p:cNvPr id="292" name="Google Shape;292;p20"/>
          <p:cNvSpPr txBox="1">
            <a:spLocks noGrp="1"/>
          </p:cNvSpPr>
          <p:nvPr>
            <p:ph type="subTitle" idx="1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3" name="Google Shape;293;p20"/>
          <p:cNvSpPr txBox="1">
            <a:spLocks noGrp="1"/>
          </p:cNvSpPr>
          <p:nvPr>
            <p:ph type="title" idx="2" hasCustomPrompt="1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20"/>
          <p:cNvSpPr txBox="1">
            <a:spLocks noGrp="1"/>
          </p:cNvSpPr>
          <p:nvPr>
            <p:ph type="ctrTitle" idx="3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/>
        </p:txBody>
      </p:sp>
      <p:sp>
        <p:nvSpPr>
          <p:cNvPr id="295" name="Google Shape;295;p20"/>
          <p:cNvSpPr txBox="1">
            <a:spLocks noGrp="1"/>
          </p:cNvSpPr>
          <p:nvPr>
            <p:ph type="subTitle" idx="4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6" name="Google Shape;296;p20"/>
          <p:cNvSpPr txBox="1">
            <a:spLocks noGrp="1"/>
          </p:cNvSpPr>
          <p:nvPr>
            <p:ph type="title" idx="5" hasCustomPrompt="1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0"/>
          <p:cNvSpPr txBox="1">
            <a:spLocks noGrp="1"/>
          </p:cNvSpPr>
          <p:nvPr>
            <p:ph type="ctrTitle" idx="6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/>
        </p:txBody>
      </p:sp>
      <p:sp>
        <p:nvSpPr>
          <p:cNvPr id="298" name="Google Shape;298;p20"/>
          <p:cNvSpPr txBox="1">
            <a:spLocks noGrp="1"/>
          </p:cNvSpPr>
          <p:nvPr>
            <p:ph type="subTitle" idx="7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9" name="Google Shape;299;p20"/>
          <p:cNvSpPr txBox="1">
            <a:spLocks noGrp="1"/>
          </p:cNvSpPr>
          <p:nvPr>
            <p:ph type="title" idx="8" hasCustomPrompt="1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9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01" name="Google Shape;301;p20"/>
          <p:cNvSpPr txBox="1">
            <a:spLocks noGrp="1"/>
          </p:cNvSpPr>
          <p:nvPr>
            <p:ph type="title" idx="13" hasCustomPrompt="1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 panose="020B0503050000020004"/>
              <a:buNone/>
              <a:defRPr sz="3600" b="0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20"/>
          <p:cNvSpPr txBox="1">
            <a:spLocks noGrp="1"/>
          </p:cNvSpPr>
          <p:nvPr>
            <p:ph type="ctrTitle" idx="14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 panose="02000506060000020004"/>
              <a:buNone/>
              <a:defRPr sz="20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/>
        </p:txBody>
      </p:sp>
      <p:sp>
        <p:nvSpPr>
          <p:cNvPr id="303" name="Google Shape;303;p20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 panose="02000506060000020004"/>
              <a:buNone/>
              <a:defRPr sz="3600">
                <a:latin typeface="Denk One" panose="02000506060000020004"/>
                <a:ea typeface="Denk One" panose="02000506060000020004"/>
                <a:cs typeface="Denk One" panose="02000506060000020004"/>
                <a:sym typeface="Denk One" panose="020005060600000200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1"/>
          <p:cNvGrpSpPr/>
          <p:nvPr/>
        </p:nvGrpSpPr>
        <p:grpSpPr>
          <a:xfrm>
            <a:off x="358350" y="702407"/>
            <a:ext cx="8428950" cy="3896700"/>
            <a:chOff x="358350" y="258050"/>
            <a:chExt cx="8428950" cy="3896700"/>
          </a:xfrm>
        </p:grpSpPr>
        <p:sp>
          <p:nvSpPr>
            <p:cNvPr id="306" name="Google Shape;306;p21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08" name="Google Shape;308;p21"/>
            <p:cNvGrpSpPr/>
            <p:nvPr/>
          </p:nvGrpSpPr>
          <p:grpSpPr>
            <a:xfrm rot="10800000" flipH="1">
              <a:off x="4159199" y="3876195"/>
              <a:ext cx="825589" cy="93999"/>
              <a:chOff x="5718423" y="1594450"/>
              <a:chExt cx="830071" cy="94500"/>
            </a:xfrm>
          </p:grpSpPr>
          <p:sp>
            <p:nvSpPr>
              <p:cNvPr id="309" name="Google Shape;309;p21"/>
              <p:cNvSpPr/>
              <p:nvPr/>
            </p:nvSpPr>
            <p:spPr>
              <a:xfrm>
                <a:off x="5718423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596361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1" name="Google Shape;311;p21"/>
              <p:cNvSpPr/>
              <p:nvPr/>
            </p:nvSpPr>
            <p:spPr>
              <a:xfrm>
                <a:off x="620880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2" name="Google Shape;312;p21"/>
              <p:cNvSpPr/>
              <p:nvPr/>
            </p:nvSpPr>
            <p:spPr>
              <a:xfrm>
                <a:off x="645399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13" name="Google Shape;313;p2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14" name="Google Shape;314;p2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15" name="Google Shape;315;p2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16" name="Google Shape;316;p2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17" name="Google Shape;317;p2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18" name="Google Shape;318;p2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319" name="Google Shape;319;p21"/>
          <p:cNvSpPr txBox="1">
            <a:spLocks noGrp="1"/>
          </p:cNvSpPr>
          <p:nvPr>
            <p:ph type="title"/>
          </p:nvPr>
        </p:nvSpPr>
        <p:spPr>
          <a:xfrm>
            <a:off x="2866621" y="3590050"/>
            <a:ext cx="3414000" cy="2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0" name="Google Shape;320;p21"/>
          <p:cNvSpPr txBox="1">
            <a:spLocks noGrp="1"/>
          </p:cNvSpPr>
          <p:nvPr>
            <p:ph type="subTitle" idx="1"/>
          </p:nvPr>
        </p:nvSpPr>
        <p:spPr>
          <a:xfrm>
            <a:off x="1909325" y="1464950"/>
            <a:ext cx="5332200" cy="19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2"/>
          <p:cNvGrpSpPr/>
          <p:nvPr/>
        </p:nvGrpSpPr>
        <p:grpSpPr>
          <a:xfrm>
            <a:off x="358350" y="702407"/>
            <a:ext cx="8428950" cy="3896700"/>
            <a:chOff x="358350" y="258050"/>
            <a:chExt cx="8428950" cy="3896700"/>
          </a:xfrm>
        </p:grpSpPr>
        <p:sp>
          <p:nvSpPr>
            <p:cNvPr id="323" name="Google Shape;323;p22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25" name="Google Shape;325;p22"/>
            <p:cNvGrpSpPr/>
            <p:nvPr/>
          </p:nvGrpSpPr>
          <p:grpSpPr>
            <a:xfrm rot="10800000" flipH="1">
              <a:off x="4159199" y="3876195"/>
              <a:ext cx="825589" cy="93999"/>
              <a:chOff x="5718423" y="1594450"/>
              <a:chExt cx="830071" cy="94500"/>
            </a:xfrm>
          </p:grpSpPr>
          <p:sp>
            <p:nvSpPr>
              <p:cNvPr id="326" name="Google Shape;326;p22"/>
              <p:cNvSpPr/>
              <p:nvPr/>
            </p:nvSpPr>
            <p:spPr>
              <a:xfrm>
                <a:off x="5718423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596361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8" name="Google Shape;328;p22"/>
              <p:cNvSpPr/>
              <p:nvPr/>
            </p:nvSpPr>
            <p:spPr>
              <a:xfrm>
                <a:off x="620880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6453994" y="1594450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30" name="Google Shape;330;p2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31" name="Google Shape;331;p2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32" name="Google Shape;332;p2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33" name="Google Shape;333;p2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4" name="Google Shape;334;p2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35" name="Google Shape;335;p2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336" name="Google Shape;336;p22"/>
          <p:cNvSpPr txBox="1">
            <a:spLocks noGrp="1"/>
          </p:cNvSpPr>
          <p:nvPr>
            <p:ph type="title"/>
          </p:nvPr>
        </p:nvSpPr>
        <p:spPr>
          <a:xfrm>
            <a:off x="897875" y="3590050"/>
            <a:ext cx="3414000" cy="2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7" name="Google Shape;337;p22"/>
          <p:cNvSpPr txBox="1">
            <a:spLocks noGrp="1"/>
          </p:cNvSpPr>
          <p:nvPr>
            <p:ph type="subTitle" idx="1"/>
          </p:nvPr>
        </p:nvSpPr>
        <p:spPr>
          <a:xfrm>
            <a:off x="897875" y="1464950"/>
            <a:ext cx="4849200" cy="19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40" name="Google Shape;340;p2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42" name="Google Shape;342;p2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43" name="Google Shape;343;p2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" name="Google Shape;344;p2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" name="Google Shape;345;p2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47" name="Google Shape;347;p2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48" name="Google Shape;348;p2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49" name="Google Shape;349;p2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50" name="Google Shape;350;p2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51" name="Google Shape;351;p2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52" name="Google Shape;352;p2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353" name="Google Shape;353;p23"/>
          <p:cNvSpPr txBox="1">
            <a:spLocks noGrp="1"/>
          </p:cNvSpPr>
          <p:nvPr>
            <p:ph type="title"/>
          </p:nvPr>
        </p:nvSpPr>
        <p:spPr>
          <a:xfrm>
            <a:off x="726425" y="1404007"/>
            <a:ext cx="3558900" cy="16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23"/>
          <p:cNvSpPr txBox="1">
            <a:spLocks noGrp="1"/>
          </p:cNvSpPr>
          <p:nvPr>
            <p:ph type="subTitle" idx="1"/>
          </p:nvPr>
        </p:nvSpPr>
        <p:spPr>
          <a:xfrm>
            <a:off x="726425" y="3047207"/>
            <a:ext cx="2668200" cy="11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57" name="Google Shape;357;p2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59" name="Google Shape;359;p2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64" name="Google Shape;364;p2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65" name="Google Shape;365;p2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66" name="Google Shape;366;p2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67" name="Google Shape;367;p2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68" name="Google Shape;368;p2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69" name="Google Shape;369;p2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370" name="Google Shape;370;p24"/>
          <p:cNvSpPr txBox="1">
            <a:spLocks noGrp="1"/>
          </p:cNvSpPr>
          <p:nvPr>
            <p:ph type="title"/>
          </p:nvPr>
        </p:nvSpPr>
        <p:spPr>
          <a:xfrm>
            <a:off x="17554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24"/>
          <p:cNvSpPr txBox="1">
            <a:spLocks noGrp="1"/>
          </p:cNvSpPr>
          <p:nvPr>
            <p:ph type="subTitle" idx="1"/>
          </p:nvPr>
        </p:nvSpPr>
        <p:spPr>
          <a:xfrm>
            <a:off x="1755375" y="2424696"/>
            <a:ext cx="28110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74" name="Google Shape;374;p2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76" name="Google Shape;376;p2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77" name="Google Shape;377;p2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1" name="Google Shape;381;p2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82" name="Google Shape;382;p2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83" name="Google Shape;383;p2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84" name="Google Shape;384;p2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85" name="Google Shape;385;p2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86" name="Google Shape;386;p2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387" name="Google Shape;387;p25"/>
          <p:cNvSpPr txBox="1">
            <a:spLocks noGrp="1"/>
          </p:cNvSpPr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8" name="Google Shape;388;p25"/>
          <p:cNvSpPr txBox="1">
            <a:spLocks noGrp="1"/>
          </p:cNvSpPr>
          <p:nvPr>
            <p:ph type="subTitle" idx="1"/>
          </p:nvPr>
        </p:nvSpPr>
        <p:spPr>
          <a:xfrm>
            <a:off x="4574775" y="2424696"/>
            <a:ext cx="28110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4_1_1_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4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90" name="Google Shape;690;p4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692" name="Google Shape;692;p4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93" name="Google Shape;693;p4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4" name="Google Shape;694;p4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5" name="Google Shape;695;p4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6" name="Google Shape;696;p4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97" name="Google Shape;697;p4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98" name="Google Shape;698;p4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699" name="Google Shape;699;p4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700" name="Google Shape;700;p4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01" name="Google Shape;701;p4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702" name="Google Shape;702;p4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sp>
        <p:nvSpPr>
          <p:cNvPr id="703" name="Google Shape;703;p41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4" name="Google Shape;704;p41"/>
          <p:cNvSpPr txBox="1">
            <a:spLocks noGrp="1"/>
          </p:cNvSpPr>
          <p:nvPr>
            <p:ph type="title" idx="2"/>
          </p:nvPr>
        </p:nvSpPr>
        <p:spPr>
          <a:xfrm>
            <a:off x="905050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5" name="Google Shape;705;p41"/>
          <p:cNvSpPr txBox="1">
            <a:spLocks noGrp="1"/>
          </p:cNvSpPr>
          <p:nvPr>
            <p:ph type="subTitle" idx="1"/>
          </p:nvPr>
        </p:nvSpPr>
        <p:spPr>
          <a:xfrm>
            <a:off x="969100" y="3721100"/>
            <a:ext cx="1556100" cy="7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41"/>
          <p:cNvSpPr txBox="1">
            <a:spLocks noGrp="1"/>
          </p:cNvSpPr>
          <p:nvPr>
            <p:ph type="title" idx="3"/>
          </p:nvPr>
        </p:nvSpPr>
        <p:spPr>
          <a:xfrm>
            <a:off x="2782938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7" name="Google Shape;707;p41"/>
          <p:cNvSpPr txBox="1">
            <a:spLocks noGrp="1"/>
          </p:cNvSpPr>
          <p:nvPr>
            <p:ph type="subTitle" idx="4"/>
          </p:nvPr>
        </p:nvSpPr>
        <p:spPr>
          <a:xfrm>
            <a:off x="2846988" y="3721100"/>
            <a:ext cx="1556100" cy="7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41"/>
          <p:cNvSpPr txBox="1">
            <a:spLocks noGrp="1"/>
          </p:cNvSpPr>
          <p:nvPr>
            <p:ph type="title" idx="5"/>
          </p:nvPr>
        </p:nvSpPr>
        <p:spPr>
          <a:xfrm>
            <a:off x="6554750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9" name="Google Shape;709;p41"/>
          <p:cNvSpPr txBox="1">
            <a:spLocks noGrp="1"/>
          </p:cNvSpPr>
          <p:nvPr>
            <p:ph type="subTitle" idx="6"/>
          </p:nvPr>
        </p:nvSpPr>
        <p:spPr>
          <a:xfrm>
            <a:off x="6618800" y="3721100"/>
            <a:ext cx="15561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41"/>
          <p:cNvSpPr txBox="1">
            <a:spLocks noGrp="1"/>
          </p:cNvSpPr>
          <p:nvPr>
            <p:ph type="title" idx="7"/>
          </p:nvPr>
        </p:nvSpPr>
        <p:spPr>
          <a:xfrm>
            <a:off x="4660850" y="1679125"/>
            <a:ext cx="168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1" name="Google Shape;711;p41"/>
          <p:cNvSpPr txBox="1">
            <a:spLocks noGrp="1"/>
          </p:cNvSpPr>
          <p:nvPr>
            <p:ph type="subTitle" idx="8"/>
          </p:nvPr>
        </p:nvSpPr>
        <p:spPr>
          <a:xfrm>
            <a:off x="4724900" y="3721100"/>
            <a:ext cx="15561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6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62" name="Google Shape;1062;p6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64" name="Google Shape;1064;p6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65" name="Google Shape;1065;p6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6" name="Google Shape;1066;p6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7" name="Google Shape;1067;p6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8" name="Google Shape;1068;p6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69" name="Google Shape;1069;p6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70" name="Google Shape;1070;p6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71" name="Google Shape;1071;p6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72" name="Google Shape;1072;p6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3" name="Google Shape;1073;p6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4" name="Google Shape;1074;p6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1075" name="Google Shape;1075;p60"/>
          <p:cNvGrpSpPr/>
          <p:nvPr/>
        </p:nvGrpSpPr>
        <p:grpSpPr>
          <a:xfrm>
            <a:off x="952499" y="1113600"/>
            <a:ext cx="7240638" cy="3108284"/>
            <a:chOff x="952499" y="1418400"/>
            <a:chExt cx="7240638" cy="3108284"/>
          </a:xfrm>
        </p:grpSpPr>
        <p:grpSp>
          <p:nvGrpSpPr>
            <p:cNvPr id="1076" name="Google Shape;1076;p60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1077" name="Google Shape;1077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8" name="Google Shape;1078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79" name="Google Shape;1079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0" name="Google Shape;1080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1" name="Google Shape;1081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2" name="Google Shape;1082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1083" name="Google Shape;1083;p60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84" name="Google Shape;1084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5" name="Google Shape;1085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86" name="Google Shape;1086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7" name="Google Shape;1087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8" name="Google Shape;1088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9" name="Google Shape;1089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1090" name="Google Shape;1090;p60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91" name="Google Shape;1091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2" name="Google Shape;1092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93" name="Google Shape;1093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94" name="Google Shape;1094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95" name="Google Shape;1095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96" name="Google Shape;1096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2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6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99" name="Google Shape;1099;p6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01" name="Google Shape;1101;p6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02" name="Google Shape;1102;p6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3" name="Google Shape;1103;p6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4" name="Google Shape;1104;p6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5" name="Google Shape;1105;p6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06" name="Google Shape;1106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7" name="Google Shape;1107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108" name="Google Shape;1108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09" name="Google Shape;1109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10" name="Google Shape;1110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11" name="Google Shape;1111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1112" name="Google Shape;1112;p61"/>
          <p:cNvGrpSpPr/>
          <p:nvPr/>
        </p:nvGrpSpPr>
        <p:grpSpPr>
          <a:xfrm>
            <a:off x="719282" y="1076152"/>
            <a:ext cx="6880555" cy="2625711"/>
            <a:chOff x="358361" y="258062"/>
            <a:chExt cx="8428954" cy="3216600"/>
          </a:xfrm>
        </p:grpSpPr>
        <p:sp>
          <p:nvSpPr>
            <p:cNvPr id="1113" name="Google Shape;1113;p6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6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15" name="Google Shape;1115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16" name="Google Shape;1116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85725" dist="3810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117" name="Google Shape;1117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18" name="Google Shape;1118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19" name="Google Shape;1119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20" name="Google Shape;1120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1121" name="Google Shape;1121;p61"/>
          <p:cNvGrpSpPr/>
          <p:nvPr/>
        </p:nvGrpSpPr>
        <p:grpSpPr>
          <a:xfrm>
            <a:off x="3521825" y="3242775"/>
            <a:ext cx="4695887" cy="1063125"/>
            <a:chOff x="486920" y="1114962"/>
            <a:chExt cx="5350828" cy="1211400"/>
          </a:xfrm>
        </p:grpSpPr>
        <p:sp>
          <p:nvSpPr>
            <p:cNvPr id="1122" name="Google Shape;1122;p6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6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24" name="Google Shape;1124;p61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25" name="Google Shape;1125;p6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6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30" name="Google Shape;1130;p6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32" name="Google Shape;1132;p6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33" name="Google Shape;1133;p6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4" name="Google Shape;1134;p6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5" name="Google Shape;1135;p6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6" name="Google Shape;1136;p6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37" name="Google Shape;1137;p6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38" name="Google Shape;1138;p6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139" name="Google Shape;1139;p6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40" name="Google Shape;1140;p6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41" name="Google Shape;1141;p6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42" name="Google Shape;1142;p6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1143" name="Google Shape;1143;p62"/>
          <p:cNvGrpSpPr/>
          <p:nvPr/>
        </p:nvGrpSpPr>
        <p:grpSpPr>
          <a:xfrm>
            <a:off x="1773576" y="1120075"/>
            <a:ext cx="2299225" cy="3108284"/>
            <a:chOff x="486919" y="1114962"/>
            <a:chExt cx="2619901" cy="3541800"/>
          </a:xfrm>
        </p:grpSpPr>
        <p:sp>
          <p:nvSpPr>
            <p:cNvPr id="1144" name="Google Shape;1144;p62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5" name="Google Shape;1145;p62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46" name="Google Shape;1146;p62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47" name="Google Shape;1147;p62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8" name="Google Shape;1148;p62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9" name="Google Shape;1149;p62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150" name="Google Shape;1150;p62"/>
          <p:cNvGrpSpPr/>
          <p:nvPr/>
        </p:nvGrpSpPr>
        <p:grpSpPr>
          <a:xfrm>
            <a:off x="5083801" y="1120075"/>
            <a:ext cx="2299252" cy="3108284"/>
            <a:chOff x="91807" y="1114962"/>
            <a:chExt cx="2619932" cy="3541800"/>
          </a:xfrm>
        </p:grpSpPr>
        <p:sp>
          <p:nvSpPr>
            <p:cNvPr id="1151" name="Google Shape;1151;p62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62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53" name="Google Shape;1153;p62"/>
            <p:cNvGrpSpPr/>
            <p:nvPr/>
          </p:nvGrpSpPr>
          <p:grpSpPr>
            <a:xfrm rot="10800000" flipH="1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154" name="Google Shape;1154;p62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5" name="Google Shape;1155;p62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6" name="Google Shape;1156;p62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6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59" name="Google Shape;1159;p6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61" name="Google Shape;1161;p6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62" name="Google Shape;1162;p6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3" name="Google Shape;1163;p6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4" name="Google Shape;1164;p6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5" name="Google Shape;1165;p6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66" name="Google Shape;1166;p6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67" name="Google Shape;1167;p6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168" name="Google Shape;1168;p6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69" name="Google Shape;1169;p6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70" name="Google Shape;1170;p6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71" name="Google Shape;1171;p6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1172" name="Google Shape;1172;p63"/>
          <p:cNvGrpSpPr/>
          <p:nvPr/>
        </p:nvGrpSpPr>
        <p:grpSpPr>
          <a:xfrm>
            <a:off x="6830653" y="1437528"/>
            <a:ext cx="1591816" cy="1122977"/>
            <a:chOff x="486931" y="1114949"/>
            <a:chExt cx="2517900" cy="1776300"/>
          </a:xfrm>
        </p:grpSpPr>
        <p:sp>
          <p:nvSpPr>
            <p:cNvPr id="1173" name="Google Shape;1173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75" name="Google Shape;1175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76" name="Google Shape;1176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77" name="Google Shape;1177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78" name="Google Shape;1178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179" name="Google Shape;1179;p63"/>
          <p:cNvGrpSpPr/>
          <p:nvPr/>
        </p:nvGrpSpPr>
        <p:grpSpPr>
          <a:xfrm>
            <a:off x="2497124" y="1208425"/>
            <a:ext cx="4166209" cy="2778904"/>
            <a:chOff x="486897" y="1114972"/>
            <a:chExt cx="5169635" cy="3448200"/>
          </a:xfrm>
        </p:grpSpPr>
        <p:sp>
          <p:nvSpPr>
            <p:cNvPr id="1180" name="Google Shape;1180;p63"/>
            <p:cNvSpPr/>
            <p:nvPr/>
          </p:nvSpPr>
          <p:spPr>
            <a:xfrm>
              <a:off x="486932" y="1114972"/>
              <a:ext cx="5169600" cy="3448200"/>
            </a:xfrm>
            <a:prstGeom prst="roundRect">
              <a:avLst>
                <a:gd name="adj" fmla="val 7978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486897" y="1115004"/>
              <a:ext cx="51696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82" name="Google Shape;1182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83" name="Google Shape;1183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4" name="Google Shape;1184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5" name="Google Shape;1185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186" name="Google Shape;1186;p63"/>
          <p:cNvGrpSpPr/>
          <p:nvPr/>
        </p:nvGrpSpPr>
        <p:grpSpPr>
          <a:xfrm>
            <a:off x="730778" y="1437528"/>
            <a:ext cx="1591816" cy="1122977"/>
            <a:chOff x="486931" y="1114949"/>
            <a:chExt cx="2517900" cy="1776300"/>
          </a:xfrm>
        </p:grpSpPr>
        <p:sp>
          <p:nvSpPr>
            <p:cNvPr id="1187" name="Google Shape;1187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89" name="Google Shape;1189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90" name="Google Shape;1190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1" name="Google Shape;1191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2" name="Google Shape;1192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7.jpeg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23.jpe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7.jpe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drive.google.com/file/d/19-Pgqnos36PVr9yC2w9QIhgEJuBydCmB/view?usp=drivesdk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69"/>
          <p:cNvSpPr txBox="1">
            <a:spLocks noGrp="1"/>
          </p:cNvSpPr>
          <p:nvPr>
            <p:ph type="ctrTitle"/>
          </p:nvPr>
        </p:nvSpPr>
        <p:spPr>
          <a:xfrm>
            <a:off x="720000" y="992175"/>
            <a:ext cx="4612442" cy="25544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500" spc="-20" dirty="0">
                <a:solidFill>
                  <a:schemeClr val="tx1">
                    <a:lumMod val="50000"/>
                  </a:schemeClr>
                </a:solidFill>
                <a:latin typeface="Sitka Display Semibold" pitchFamily="2" charset="0"/>
                <a:cs typeface="Calibri" panose="020F0502020204030204"/>
              </a:rPr>
              <a:t>MODERN </a:t>
            </a:r>
            <a:r>
              <a:rPr lang="en-IN" sz="4500" spc="-40" dirty="0">
                <a:solidFill>
                  <a:schemeClr val="tx1">
                    <a:lumMod val="50000"/>
                  </a:schemeClr>
                </a:solidFill>
                <a:latin typeface="Sitka Display Semibold" pitchFamily="2" charset="0"/>
                <a:cs typeface="Calibri" panose="020F0502020204030204"/>
              </a:rPr>
              <a:t>DIGITAL</a:t>
            </a:r>
            <a:r>
              <a:rPr lang="en-IN" sz="4500" spc="-210" dirty="0">
                <a:solidFill>
                  <a:schemeClr val="tx1">
                    <a:lumMod val="50000"/>
                  </a:schemeClr>
                </a:solidFill>
                <a:latin typeface="Sitka Display Semibold" pitchFamily="2" charset="0"/>
                <a:cs typeface="Calibri" panose="020F0502020204030204"/>
              </a:rPr>
              <a:t> </a:t>
            </a:r>
            <a:r>
              <a:rPr lang="en-IN" sz="4500" spc="-10" dirty="0">
                <a:solidFill>
                  <a:schemeClr val="tx1">
                    <a:lumMod val="50000"/>
                  </a:schemeClr>
                </a:solidFill>
                <a:latin typeface="Sitka Display Semibold" pitchFamily="2" charset="0"/>
                <a:cs typeface="Calibri" panose="020F0502020204030204"/>
              </a:rPr>
              <a:t>BANKING DASHBOARD</a:t>
            </a:r>
            <a:endParaRPr sz="4500" dirty="0">
              <a:solidFill>
                <a:schemeClr val="tx1">
                  <a:lumMod val="50000"/>
                </a:schemeClr>
              </a:solidFill>
              <a:latin typeface="Sitka Display Semibold" pitchFamily="2" charset="0"/>
            </a:endParaRPr>
          </a:p>
        </p:txBody>
      </p:sp>
      <p:sp>
        <p:nvSpPr>
          <p:cNvPr id="1208" name="Google Shape;1208;p69"/>
          <p:cNvSpPr/>
          <p:nvPr/>
        </p:nvSpPr>
        <p:spPr>
          <a:xfrm>
            <a:off x="5029200" y="4332480"/>
            <a:ext cx="3786996" cy="373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algn="ctr">
              <a:spcBef>
                <a:spcPts val="100"/>
              </a:spcBef>
            </a:pPr>
            <a:r>
              <a:rPr lang="en-IN" spc="-60" dirty="0">
                <a:solidFill>
                  <a:srgbClr val="2361EB"/>
                </a:solidFill>
                <a:latin typeface="Tahoma" panose="020B0604030504040204"/>
                <a:cs typeface="Tahoma" panose="020B0604030504040204"/>
              </a:rPr>
              <a:t>   </a:t>
            </a:r>
            <a:r>
              <a:rPr lang="en-IN" sz="2000" b="1" u="sng" spc="-60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INFOSYS</a:t>
            </a:r>
            <a:r>
              <a:rPr lang="en-IN" sz="2000" b="1" u="sng" spc="-229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   </a:t>
            </a:r>
            <a:r>
              <a:rPr lang="en-IN" sz="2000" b="1" u="sng" spc="-10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SPRINGBOARD</a:t>
            </a:r>
            <a:endParaRPr lang="en-IN" sz="2000" b="1" u="sng" dirty="0">
              <a:solidFill>
                <a:schemeClr val="tx1"/>
              </a:solidFill>
              <a:latin typeface="Sitka Display Semibold" pitchFamily="2" charset="0"/>
              <a:cs typeface="Tahoma" panose="020B0604030504040204"/>
            </a:endParaRPr>
          </a:p>
        </p:txBody>
      </p:sp>
      <p:sp>
        <p:nvSpPr>
          <p:cNvPr id="1209" name="Google Shape;1209;p69"/>
          <p:cNvSpPr txBox="1">
            <a:spLocks noGrp="1"/>
          </p:cNvSpPr>
          <p:nvPr>
            <p:ph type="subTitle" idx="1"/>
          </p:nvPr>
        </p:nvSpPr>
        <p:spPr>
          <a:xfrm>
            <a:off x="-729186" y="3939709"/>
            <a:ext cx="5338890" cy="854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>
              <a:spcBef>
                <a:spcPts val="100"/>
              </a:spcBef>
            </a:pPr>
            <a:endParaRPr lang="en-US" dirty="0">
              <a:solidFill>
                <a:srgbClr val="2361EB"/>
              </a:solidFill>
              <a:latin typeface="Calibri" panose="020F0502020204030204"/>
              <a:cs typeface="Calibri" panose="020F0502020204030204"/>
            </a:endParaRPr>
          </a:p>
          <a:p>
            <a:pPr marL="12700">
              <a:spcBef>
                <a:spcPts val="100"/>
              </a:spcBef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Calibri" panose="020F0502020204030204"/>
              </a:rPr>
              <a:t>Presented</a:t>
            </a:r>
            <a:r>
              <a:rPr lang="en-US" sz="1800" spc="-85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Calibri" panose="020F0502020204030204"/>
              </a:rPr>
              <a:t>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Calibri" panose="020F0502020204030204"/>
              </a:rPr>
              <a:t>by</a:t>
            </a:r>
            <a:r>
              <a:rPr lang="en-US" sz="1800" spc="-114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Calibri" panose="020F0502020204030204"/>
              </a:rPr>
              <a:t> </a:t>
            </a:r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Calibri" panose="020F0502020204030204"/>
              </a:rPr>
              <a:t>:</a:t>
            </a:r>
            <a:r>
              <a:rPr lang="en-US" sz="1800" spc="27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Calibri" panose="020F0502020204030204"/>
              </a:rPr>
              <a:t> </a:t>
            </a:r>
            <a:r>
              <a:rPr lang="en-US" sz="1800" spc="-85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Team </a:t>
            </a:r>
            <a:r>
              <a:rPr lang="en-US" sz="1800" spc="-425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 </a:t>
            </a:r>
            <a:r>
              <a:rPr lang="en-US" sz="1800" spc="-50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2</a:t>
            </a:r>
            <a:endParaRPr lang="en-US" sz="1800" dirty="0">
              <a:solidFill>
                <a:schemeClr val="tx1"/>
              </a:solidFill>
              <a:latin typeface="Sitka Display Semibold" pitchFamily="2" charset="0"/>
              <a:cs typeface="Tahoma" panose="020B0604030504040204"/>
            </a:endParaRPr>
          </a:p>
          <a:p>
            <a:pPr marL="12700">
              <a:spcBef>
                <a:spcPts val="5"/>
              </a:spcBef>
            </a:pPr>
            <a:r>
              <a:rPr lang="en-US" sz="1800" spc="-3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Under</a:t>
            </a:r>
            <a:r>
              <a:rPr lang="en-US" sz="1800" spc="-20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 </a:t>
            </a:r>
            <a:r>
              <a:rPr lang="en-US" sz="1800" spc="-25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the</a:t>
            </a:r>
            <a:r>
              <a:rPr lang="en-US" sz="1800" spc="-27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  </a:t>
            </a:r>
            <a:r>
              <a:rPr lang="en-US" sz="1800" spc="-1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guidance</a:t>
            </a:r>
            <a:r>
              <a:rPr lang="en-US" sz="1800" spc="-229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 </a:t>
            </a:r>
            <a:r>
              <a:rPr lang="en-US" sz="1800" spc="-3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of</a:t>
            </a:r>
            <a:r>
              <a:rPr lang="en-US" sz="1800" spc="-19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 </a:t>
            </a:r>
            <a:r>
              <a:rPr lang="en-US" sz="1800" spc="-80" dirty="0">
                <a:solidFill>
                  <a:schemeClr val="bg1">
                    <a:lumMod val="10000"/>
                  </a:schemeClr>
                </a:solidFill>
                <a:latin typeface="Sitka Display Semibold" pitchFamily="2" charset="0"/>
                <a:cs typeface="Tahoma" panose="020B0604030504040204"/>
              </a:rPr>
              <a:t>:  </a:t>
            </a:r>
            <a:r>
              <a:rPr lang="en-US" sz="1800" spc="-80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Priya</a:t>
            </a:r>
            <a:r>
              <a:rPr lang="en-US" sz="1800" spc="-155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 </a:t>
            </a:r>
            <a:r>
              <a:rPr lang="en-US" sz="1800" spc="-25" dirty="0">
                <a:solidFill>
                  <a:schemeClr val="tx1"/>
                </a:solidFill>
                <a:latin typeface="Sitka Display Semibold" pitchFamily="2" charset="0"/>
                <a:cs typeface="Tahoma" panose="020B0604030504040204"/>
              </a:rPr>
              <a:t>mam</a:t>
            </a:r>
            <a:endParaRPr lang="en-US" sz="1800" dirty="0">
              <a:solidFill>
                <a:schemeClr val="tx1"/>
              </a:solidFill>
              <a:latin typeface="Sitka Display Semibold" pitchFamily="2" charset="0"/>
              <a:cs typeface="Tahoma" panose="020B060403050404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330" y="1199668"/>
            <a:ext cx="3020923" cy="257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0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latin typeface="Franklin Gothic Demi" panose="020B0703020102020204" pitchFamily="34" charset="0"/>
                <a:cs typeface="Segoe UI" panose="020B0502040204020203"/>
              </a:rPr>
              <a:t>WHY</a:t>
            </a:r>
            <a:r>
              <a:rPr lang="en-US" spc="-170" dirty="0">
                <a:latin typeface="Franklin Gothic Demi" panose="020B0703020102020204" pitchFamily="34" charset="0"/>
                <a:cs typeface="Segoe UI" panose="020B0502040204020203"/>
              </a:rPr>
              <a:t> </a:t>
            </a:r>
            <a:r>
              <a:rPr lang="en-US" dirty="0">
                <a:latin typeface="Franklin Gothic Demi" panose="020B0703020102020204" pitchFamily="34" charset="0"/>
                <a:cs typeface="Segoe UI" panose="020B0502040204020203"/>
              </a:rPr>
              <a:t>WE</a:t>
            </a:r>
            <a:r>
              <a:rPr lang="en-US" spc="-200" dirty="0">
                <a:latin typeface="Franklin Gothic Demi" panose="020B0703020102020204" pitchFamily="34" charset="0"/>
                <a:cs typeface="Segoe UI" panose="020B0502040204020203"/>
              </a:rPr>
              <a:t> </a:t>
            </a:r>
            <a:r>
              <a:rPr lang="en-US" dirty="0">
                <a:latin typeface="Franklin Gothic Demi" panose="020B0703020102020204" pitchFamily="34" charset="0"/>
                <a:cs typeface="Segoe UI" panose="020B0502040204020203"/>
              </a:rPr>
              <a:t>BUILT</a:t>
            </a:r>
            <a:r>
              <a:rPr lang="en-US" spc="-160" dirty="0">
                <a:latin typeface="Franklin Gothic Demi" panose="020B0703020102020204" pitchFamily="34" charset="0"/>
                <a:cs typeface="Segoe UI" panose="020B0502040204020203"/>
              </a:rPr>
              <a:t> </a:t>
            </a:r>
            <a:r>
              <a:rPr lang="en-US" dirty="0">
                <a:latin typeface="Franklin Gothic Demi" panose="020B0703020102020204" pitchFamily="34" charset="0"/>
                <a:cs typeface="Segoe UI" panose="020B0502040204020203"/>
              </a:rPr>
              <a:t>THE</a:t>
            </a:r>
            <a:r>
              <a:rPr lang="en-US" spc="-175" dirty="0">
                <a:latin typeface="Franklin Gothic Demi" panose="020B0703020102020204" pitchFamily="34" charset="0"/>
                <a:cs typeface="Segoe UI" panose="020B0502040204020203"/>
              </a:rPr>
              <a:t> </a:t>
            </a:r>
            <a:r>
              <a:rPr lang="en-US" spc="-10" dirty="0">
                <a:latin typeface="Franklin Gothic Demi" panose="020B0703020102020204" pitchFamily="34" charset="0"/>
                <a:cs typeface="Segoe UI" panose="020B0502040204020203"/>
              </a:rPr>
              <a:t>DASHBOARD</a:t>
            </a:r>
            <a:endParaRPr lang="en-US" b="1" dirty="0">
              <a:latin typeface="Franklin Gothic Demi" panose="020B0703020102020204" pitchFamily="34" charset="0"/>
              <a:sym typeface="Orbitron"/>
            </a:endParaRPr>
          </a:p>
        </p:txBody>
      </p:sp>
      <p:grpSp>
        <p:nvGrpSpPr>
          <p:cNvPr id="1297" name="Google Shape;1297;p70"/>
          <p:cNvGrpSpPr/>
          <p:nvPr/>
        </p:nvGrpSpPr>
        <p:grpSpPr>
          <a:xfrm>
            <a:off x="8236625" y="4105445"/>
            <a:ext cx="501556" cy="570430"/>
            <a:chOff x="10190200" y="4253570"/>
            <a:chExt cx="501556" cy="570430"/>
          </a:xfrm>
        </p:grpSpPr>
        <p:sp>
          <p:nvSpPr>
            <p:cNvPr id="1298" name="Google Shape;1298;p70"/>
            <p:cNvSpPr/>
            <p:nvPr/>
          </p:nvSpPr>
          <p:spPr>
            <a:xfrm>
              <a:off x="10440975" y="4253570"/>
              <a:ext cx="250781" cy="250235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10190200" y="457322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39" y="1603311"/>
            <a:ext cx="7308485" cy="2117905"/>
          </a:xfrm>
          <a:prstGeom prst="rect">
            <a:avLst/>
          </a:prstGeom>
        </p:spPr>
      </p:pic>
      <p:sp>
        <p:nvSpPr>
          <p:cNvPr id="28" name="Google Shape;1211;p69"/>
          <p:cNvSpPr/>
          <p:nvPr/>
        </p:nvSpPr>
        <p:spPr>
          <a:xfrm>
            <a:off x="1207545" y="782542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71"/>
          <p:cNvSpPr txBox="1">
            <a:spLocks noGrp="1"/>
          </p:cNvSpPr>
          <p:nvPr>
            <p:ph type="title" idx="15"/>
          </p:nvPr>
        </p:nvSpPr>
        <p:spPr>
          <a:xfrm>
            <a:off x="1104750" y="721336"/>
            <a:ext cx="6650579" cy="7106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800" spc="-30" dirty="0">
                <a:latin typeface="Franklin Gothic Demi" panose="020B0703020102020204" pitchFamily="34" charset="0"/>
                <a:cs typeface="Segoe UI" panose="020B0502040204020203"/>
              </a:rPr>
              <a:t> MODERN</a:t>
            </a:r>
            <a:r>
              <a:rPr lang="en-IN" sz="2800" spc="-275" dirty="0">
                <a:latin typeface="Franklin Gothic Demi" panose="020B0703020102020204" pitchFamily="34" charset="0"/>
                <a:cs typeface="Segoe UI" panose="020B0502040204020203"/>
              </a:rPr>
              <a:t>  </a:t>
            </a:r>
            <a:r>
              <a:rPr lang="en-IN" sz="2800" spc="-45" dirty="0">
                <a:latin typeface="Franklin Gothic Demi" panose="020B0703020102020204" pitchFamily="34" charset="0"/>
                <a:cs typeface="Segoe UI" panose="020B0502040204020203"/>
              </a:rPr>
              <a:t>TECH</a:t>
            </a:r>
            <a:r>
              <a:rPr lang="en-IN" sz="2800" spc="-254" dirty="0">
                <a:latin typeface="Franklin Gothic Demi" panose="020B0703020102020204" pitchFamily="34" charset="0"/>
                <a:cs typeface="Segoe UI" panose="020B0502040204020203"/>
              </a:rPr>
              <a:t>  </a:t>
            </a:r>
            <a:r>
              <a:rPr lang="en-IN" sz="2800" spc="-10" dirty="0">
                <a:latin typeface="Franklin Gothic Demi" panose="020B0703020102020204" pitchFamily="34" charset="0"/>
                <a:cs typeface="Segoe UI" panose="020B0502040204020203"/>
              </a:rPr>
              <a:t>STACK</a:t>
            </a:r>
            <a:r>
              <a:rPr lang="en-IN" sz="2800" spc="-225" dirty="0">
                <a:latin typeface="Franklin Gothic Demi" panose="020B0703020102020204" pitchFamily="34" charset="0"/>
                <a:cs typeface="Segoe UI" panose="020B0502040204020203"/>
              </a:rPr>
              <a:t> </a:t>
            </a:r>
            <a:r>
              <a:rPr lang="en-IN" sz="2800" spc="-10" dirty="0">
                <a:latin typeface="Franklin Gothic Demi" panose="020B0703020102020204" pitchFamily="34" charset="0"/>
                <a:cs typeface="Segoe UI" panose="020B0502040204020203"/>
              </a:rPr>
              <a:t>OVERVIEW</a:t>
            </a:r>
            <a:endParaRPr sz="2800" dirty="0">
              <a:latin typeface="Franklin Gothic Demi" panose="020B0703020102020204" pitchFamily="34" charset="0"/>
            </a:endParaRPr>
          </a:p>
        </p:txBody>
      </p:sp>
      <p:grpSp>
        <p:nvGrpSpPr>
          <p:cNvPr id="1323" name="Google Shape;1323;p71"/>
          <p:cNvGrpSpPr/>
          <p:nvPr/>
        </p:nvGrpSpPr>
        <p:grpSpPr>
          <a:xfrm>
            <a:off x="7327940" y="910536"/>
            <a:ext cx="1422619" cy="908118"/>
            <a:chOff x="1964262" y="3133859"/>
            <a:chExt cx="1422619" cy="908118"/>
          </a:xfrm>
        </p:grpSpPr>
        <p:grpSp>
          <p:nvGrpSpPr>
            <p:cNvPr id="1324" name="Google Shape;1324;p71"/>
            <p:cNvGrpSpPr/>
            <p:nvPr/>
          </p:nvGrpSpPr>
          <p:grpSpPr>
            <a:xfrm>
              <a:off x="2627043" y="3133859"/>
              <a:ext cx="759839" cy="908118"/>
              <a:chOff x="7948975" y="1691400"/>
              <a:chExt cx="623125" cy="744725"/>
            </a:xfrm>
          </p:grpSpPr>
          <p:sp>
            <p:nvSpPr>
              <p:cNvPr id="1325" name="Google Shape;1325;p71"/>
              <p:cNvSpPr/>
              <p:nvPr/>
            </p:nvSpPr>
            <p:spPr>
              <a:xfrm>
                <a:off x="7948975" y="1770425"/>
                <a:ext cx="623125" cy="6657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26628" extrusionOk="0">
                    <a:moveTo>
                      <a:pt x="1" y="1"/>
                    </a:moveTo>
                    <a:lnTo>
                      <a:pt x="1" y="25199"/>
                    </a:lnTo>
                    <a:cubicBezTo>
                      <a:pt x="1" y="25989"/>
                      <a:pt x="639" y="26627"/>
                      <a:pt x="1429" y="26627"/>
                    </a:cubicBezTo>
                    <a:lnTo>
                      <a:pt x="23436" y="26627"/>
                    </a:lnTo>
                    <a:cubicBezTo>
                      <a:pt x="24226" y="26627"/>
                      <a:pt x="24864" y="25989"/>
                      <a:pt x="24925" y="25199"/>
                    </a:cubicBezTo>
                    <a:lnTo>
                      <a:pt x="2492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7948975" y="1691400"/>
                <a:ext cx="6231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3132" extrusionOk="0">
                    <a:moveTo>
                      <a:pt x="1429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3131"/>
                    </a:lnTo>
                    <a:lnTo>
                      <a:pt x="24925" y="3131"/>
                    </a:lnTo>
                    <a:lnTo>
                      <a:pt x="24925" y="1459"/>
                    </a:lnTo>
                    <a:cubicBezTo>
                      <a:pt x="24864" y="639"/>
                      <a:pt x="24226" y="0"/>
                      <a:pt x="23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799532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13" y="1"/>
                      <a:pt x="1" y="214"/>
                      <a:pt x="1" y="487"/>
                    </a:cubicBezTo>
                    <a:cubicBezTo>
                      <a:pt x="1" y="761"/>
                      <a:pt x="213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91" y="1"/>
                      <a:pt x="487" y="1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804927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14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61" y="1"/>
                      <a:pt x="487" y="1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8103225" y="1717225"/>
                <a:ext cx="251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974" extrusionOk="0">
                    <a:moveTo>
                      <a:pt x="518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44" y="974"/>
                      <a:pt x="518" y="974"/>
                    </a:cubicBezTo>
                    <a:cubicBezTo>
                      <a:pt x="761" y="974"/>
                      <a:pt x="1004" y="761"/>
                      <a:pt x="1004" y="487"/>
                    </a:cubicBezTo>
                    <a:cubicBezTo>
                      <a:pt x="1004" y="214"/>
                      <a:pt x="761" y="1"/>
                      <a:pt x="518" y="1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8015075" y="186312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8151100" y="187452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8151100" y="193000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8360825" y="193000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8015075" y="2030300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8151100" y="2041700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6" name="Google Shape;1336;p71"/>
              <p:cNvSpPr/>
              <p:nvPr/>
            </p:nvSpPr>
            <p:spPr>
              <a:xfrm>
                <a:off x="8151100" y="2097175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7" name="Google Shape;1337;p71"/>
              <p:cNvSpPr/>
              <p:nvPr/>
            </p:nvSpPr>
            <p:spPr>
              <a:xfrm>
                <a:off x="8360825" y="2097175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8" name="Google Shape;1338;p71"/>
              <p:cNvSpPr/>
              <p:nvPr/>
            </p:nvSpPr>
            <p:spPr>
              <a:xfrm>
                <a:off x="8015075" y="219747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8151100" y="220887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8151100" y="226435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8360825" y="226435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4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42" name="Google Shape;1342;p71"/>
            <p:cNvGrpSpPr/>
            <p:nvPr/>
          </p:nvGrpSpPr>
          <p:grpSpPr>
            <a:xfrm>
              <a:off x="1964262" y="3226627"/>
              <a:ext cx="758924" cy="321556"/>
              <a:chOff x="5021875" y="2898100"/>
              <a:chExt cx="622375" cy="263700"/>
            </a:xfrm>
          </p:grpSpPr>
          <p:sp>
            <p:nvSpPr>
              <p:cNvPr id="1343" name="Google Shape;1343;p71"/>
              <p:cNvSpPr/>
              <p:nvPr/>
            </p:nvSpPr>
            <p:spPr>
              <a:xfrm>
                <a:off x="5021875" y="2976375"/>
                <a:ext cx="622375" cy="1854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7417" extrusionOk="0">
                    <a:moveTo>
                      <a:pt x="0" y="0"/>
                    </a:moveTo>
                    <a:lnTo>
                      <a:pt x="0" y="5988"/>
                    </a:lnTo>
                    <a:cubicBezTo>
                      <a:pt x="0" y="6779"/>
                      <a:pt x="669" y="7417"/>
                      <a:pt x="1459" y="7417"/>
                    </a:cubicBezTo>
                    <a:lnTo>
                      <a:pt x="23466" y="7417"/>
                    </a:lnTo>
                    <a:cubicBezTo>
                      <a:pt x="24256" y="7417"/>
                      <a:pt x="24894" y="6748"/>
                      <a:pt x="24894" y="5988"/>
                    </a:cubicBezTo>
                    <a:lnTo>
                      <a:pt x="248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5021875" y="2898100"/>
                <a:ext cx="6223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3101" extrusionOk="0">
                    <a:moveTo>
                      <a:pt x="1459" y="1"/>
                    </a:moveTo>
                    <a:cubicBezTo>
                      <a:pt x="669" y="1"/>
                      <a:pt x="0" y="639"/>
                      <a:pt x="0" y="1429"/>
                    </a:cubicBezTo>
                    <a:lnTo>
                      <a:pt x="0" y="3101"/>
                    </a:lnTo>
                    <a:lnTo>
                      <a:pt x="24894" y="3101"/>
                    </a:lnTo>
                    <a:lnTo>
                      <a:pt x="24894" y="1429"/>
                    </a:lnTo>
                    <a:cubicBezTo>
                      <a:pt x="24894" y="639"/>
                      <a:pt x="24256" y="1"/>
                      <a:pt x="234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5069750" y="2922425"/>
                <a:ext cx="2432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04" extrusionOk="0">
                    <a:moveTo>
                      <a:pt x="487" y="0"/>
                    </a:moveTo>
                    <a:cubicBezTo>
                      <a:pt x="213" y="0"/>
                      <a:pt x="0" y="243"/>
                      <a:pt x="0" y="487"/>
                    </a:cubicBezTo>
                    <a:cubicBezTo>
                      <a:pt x="0" y="760"/>
                      <a:pt x="213" y="1003"/>
                      <a:pt x="487" y="1003"/>
                    </a:cubicBezTo>
                    <a:cubicBezTo>
                      <a:pt x="760" y="1003"/>
                      <a:pt x="973" y="760"/>
                      <a:pt x="973" y="487"/>
                    </a:cubicBez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512292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91" y="0"/>
                      <a:pt x="487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517687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61" y="0"/>
                      <a:pt x="487" y="0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5088750" y="3020450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885" y="0"/>
                    </a:moveTo>
                    <a:cubicBezTo>
                      <a:pt x="821" y="0"/>
                      <a:pt x="0" y="821"/>
                      <a:pt x="0" y="1885"/>
                    </a:cubicBezTo>
                    <a:cubicBezTo>
                      <a:pt x="0" y="2949"/>
                      <a:pt x="821" y="3800"/>
                      <a:pt x="1885" y="3800"/>
                    </a:cubicBezTo>
                    <a:cubicBezTo>
                      <a:pt x="2948" y="3800"/>
                      <a:pt x="3800" y="2949"/>
                      <a:pt x="3800" y="1885"/>
                    </a:cubicBezTo>
                    <a:cubicBezTo>
                      <a:pt x="3800" y="821"/>
                      <a:pt x="2918" y="0"/>
                      <a:pt x="18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5225525" y="3031850"/>
                <a:ext cx="3351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05" h="913" extrusionOk="0">
                    <a:moveTo>
                      <a:pt x="426" y="0"/>
                    </a:moveTo>
                    <a:cubicBezTo>
                      <a:pt x="183" y="0"/>
                      <a:pt x="0" y="183"/>
                      <a:pt x="0" y="426"/>
                    </a:cubicBezTo>
                    <a:lnTo>
                      <a:pt x="0" y="487"/>
                    </a:lnTo>
                    <a:cubicBezTo>
                      <a:pt x="0" y="730"/>
                      <a:pt x="183" y="912"/>
                      <a:pt x="426" y="912"/>
                    </a:cubicBezTo>
                    <a:lnTo>
                      <a:pt x="12979" y="912"/>
                    </a:lnTo>
                    <a:cubicBezTo>
                      <a:pt x="13222" y="912"/>
                      <a:pt x="13405" y="730"/>
                      <a:pt x="13405" y="487"/>
                    </a:cubicBezTo>
                    <a:lnTo>
                      <a:pt x="13405" y="426"/>
                    </a:lnTo>
                    <a:cubicBezTo>
                      <a:pt x="13405" y="183"/>
                      <a:pt x="13222" y="0"/>
                      <a:pt x="129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5225525" y="3086550"/>
                <a:ext cx="18695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913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517"/>
                    </a:lnTo>
                    <a:cubicBezTo>
                      <a:pt x="0" y="730"/>
                      <a:pt x="183" y="913"/>
                      <a:pt x="426" y="913"/>
                    </a:cubicBezTo>
                    <a:lnTo>
                      <a:pt x="7052" y="913"/>
                    </a:lnTo>
                    <a:cubicBezTo>
                      <a:pt x="7295" y="913"/>
                      <a:pt x="7478" y="730"/>
                      <a:pt x="7478" y="517"/>
                    </a:cubicBezTo>
                    <a:lnTo>
                      <a:pt x="7478" y="426"/>
                    </a:lnTo>
                    <a:cubicBezTo>
                      <a:pt x="7478" y="183"/>
                      <a:pt x="7295" y="1"/>
                      <a:pt x="7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1" name="Google Shape;1351;p71"/>
              <p:cNvSpPr/>
              <p:nvPr/>
            </p:nvSpPr>
            <p:spPr>
              <a:xfrm>
                <a:off x="5434500" y="3086550"/>
                <a:ext cx="53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913" extrusionOk="0">
                    <a:moveTo>
                      <a:pt x="456" y="1"/>
                    </a:moveTo>
                    <a:cubicBezTo>
                      <a:pt x="183" y="1"/>
                      <a:pt x="0" y="244"/>
                      <a:pt x="0" y="457"/>
                    </a:cubicBezTo>
                    <a:cubicBezTo>
                      <a:pt x="0" y="730"/>
                      <a:pt x="213" y="913"/>
                      <a:pt x="456" y="913"/>
                    </a:cubicBezTo>
                    <a:lnTo>
                      <a:pt x="1702" y="913"/>
                    </a:lnTo>
                    <a:cubicBezTo>
                      <a:pt x="1945" y="913"/>
                      <a:pt x="2128" y="730"/>
                      <a:pt x="2158" y="457"/>
                    </a:cubicBezTo>
                    <a:cubicBezTo>
                      <a:pt x="2158" y="214"/>
                      <a:pt x="1945" y="1"/>
                      <a:pt x="1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352" name="Google Shape;1352;p71"/>
          <p:cNvSpPr/>
          <p:nvPr/>
        </p:nvSpPr>
        <p:spPr>
          <a:xfrm>
            <a:off x="7222853" y="155409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3" name="Google Shape;1353;p71"/>
          <p:cNvSpPr/>
          <p:nvPr/>
        </p:nvSpPr>
        <p:spPr>
          <a:xfrm>
            <a:off x="7715525" y="418595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645" y="2003300"/>
            <a:ext cx="8134709" cy="2301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72"/>
          <p:cNvSpPr txBox="1">
            <a:spLocks noGrp="1"/>
          </p:cNvSpPr>
          <p:nvPr>
            <p:ph type="title"/>
          </p:nvPr>
        </p:nvSpPr>
        <p:spPr>
          <a:xfrm rot="625">
            <a:off x="603853" y="773463"/>
            <a:ext cx="7979460" cy="6292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800" dirty="0">
                <a:latin typeface="Franklin Gothic Demi" panose="020B0703020102020204" pitchFamily="34" charset="0"/>
                <a:cs typeface="Times New Roman" panose="02020603050405020304"/>
              </a:rPr>
              <a:t> SCALABLE</a:t>
            </a:r>
            <a:r>
              <a:rPr lang="en-IN" sz="2800" spc="-35" dirty="0">
                <a:latin typeface="Franklin Gothic Demi" panose="020B0703020102020204" pitchFamily="34" charset="0"/>
                <a:cs typeface="Times New Roman" panose="02020603050405020304"/>
              </a:rPr>
              <a:t> </a:t>
            </a:r>
            <a:r>
              <a:rPr lang="en-IN" sz="2800" dirty="0">
                <a:latin typeface="Franklin Gothic Demi" panose="020B0703020102020204" pitchFamily="34" charset="0"/>
                <a:cs typeface="Times New Roman" panose="02020603050405020304"/>
              </a:rPr>
              <a:t>&amp;</a:t>
            </a:r>
            <a:r>
              <a:rPr lang="en-IN" sz="2800" spc="85" dirty="0">
                <a:latin typeface="Franklin Gothic Demi" panose="020B0703020102020204" pitchFamily="34" charset="0"/>
                <a:cs typeface="Times New Roman" panose="02020603050405020304"/>
              </a:rPr>
              <a:t> </a:t>
            </a:r>
            <a:r>
              <a:rPr lang="en-IN" sz="2800" dirty="0">
                <a:latin typeface="Franklin Gothic Demi" panose="020B0703020102020204" pitchFamily="34" charset="0"/>
                <a:cs typeface="Times New Roman" panose="02020603050405020304"/>
              </a:rPr>
              <a:t>MODULAR</a:t>
            </a:r>
            <a:r>
              <a:rPr lang="en-IN" sz="2800" spc="30" dirty="0">
                <a:latin typeface="Franklin Gothic Demi" panose="020B0703020102020204" pitchFamily="34" charset="0"/>
                <a:cs typeface="Times New Roman" panose="02020603050405020304"/>
              </a:rPr>
              <a:t> </a:t>
            </a:r>
            <a:r>
              <a:rPr lang="en-IN" sz="2800" dirty="0">
                <a:latin typeface="Franklin Gothic Demi" panose="020B0703020102020204" pitchFamily="34" charset="0"/>
                <a:cs typeface="Times New Roman" panose="02020603050405020304"/>
              </a:rPr>
              <a:t>SYSTEM</a:t>
            </a:r>
            <a:r>
              <a:rPr lang="en-IN" sz="2800" spc="-65" dirty="0">
                <a:latin typeface="Franklin Gothic Demi" panose="020B0703020102020204" pitchFamily="34" charset="0"/>
                <a:cs typeface="Times New Roman" panose="02020603050405020304"/>
              </a:rPr>
              <a:t> </a:t>
            </a:r>
            <a:r>
              <a:rPr lang="en-IN" sz="2800" spc="-10" dirty="0">
                <a:latin typeface="Franklin Gothic Demi" panose="020B0703020102020204" pitchFamily="34" charset="0"/>
                <a:cs typeface="Times New Roman" panose="02020603050405020304"/>
              </a:rPr>
              <a:t>ARCHITECTURE</a:t>
            </a:r>
            <a:endParaRPr lang="en-IN" sz="2800" dirty="0">
              <a:latin typeface="Franklin Gothic Demi" panose="020B0703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04" y="1403418"/>
            <a:ext cx="7355302" cy="2533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73"/>
          <p:cNvSpPr txBox="1">
            <a:spLocks noGrp="1"/>
          </p:cNvSpPr>
          <p:nvPr>
            <p:ph type="title"/>
          </p:nvPr>
        </p:nvSpPr>
        <p:spPr>
          <a:xfrm>
            <a:off x="778214" y="710071"/>
            <a:ext cx="7587571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latin typeface="Franklin Gothic Demi" panose="020B0703020102020204" pitchFamily="34" charset="0"/>
              </a:rPr>
              <a:t>A</a:t>
            </a:r>
            <a:r>
              <a:rPr lang="en-US" spc="-110" dirty="0">
                <a:latin typeface="Franklin Gothic Demi" panose="020B0703020102020204" pitchFamily="34" charset="0"/>
              </a:rPr>
              <a:t> </a:t>
            </a:r>
            <a:r>
              <a:rPr lang="en-US" dirty="0">
                <a:latin typeface="Franklin Gothic Demi" panose="020B0703020102020204" pitchFamily="34" charset="0"/>
              </a:rPr>
              <a:t>DESIGN</a:t>
            </a:r>
            <a:r>
              <a:rPr lang="en-US" spc="-105" dirty="0">
                <a:latin typeface="Franklin Gothic Demi" panose="020B0703020102020204" pitchFamily="34" charset="0"/>
              </a:rPr>
              <a:t> </a:t>
            </a:r>
            <a:r>
              <a:rPr lang="en-US" dirty="0">
                <a:latin typeface="Franklin Gothic Demi" panose="020B0703020102020204" pitchFamily="34" charset="0"/>
              </a:rPr>
              <a:t>FOR</a:t>
            </a:r>
            <a:r>
              <a:rPr lang="en-US" spc="-110" dirty="0">
                <a:latin typeface="Franklin Gothic Demi" panose="020B0703020102020204" pitchFamily="34" charset="0"/>
              </a:rPr>
              <a:t> </a:t>
            </a:r>
            <a:r>
              <a:rPr lang="en-US" dirty="0">
                <a:latin typeface="Franklin Gothic Demi" panose="020B0703020102020204" pitchFamily="34" charset="0"/>
              </a:rPr>
              <a:t>A</a:t>
            </a:r>
            <a:r>
              <a:rPr lang="en-US" spc="-75" dirty="0">
                <a:latin typeface="Franklin Gothic Demi" panose="020B0703020102020204" pitchFamily="34" charset="0"/>
              </a:rPr>
              <a:t> </a:t>
            </a:r>
            <a:r>
              <a:rPr lang="en-US" spc="-10" dirty="0">
                <a:latin typeface="Franklin Gothic Demi" panose="020B0703020102020204" pitchFamily="34" charset="0"/>
              </a:rPr>
              <a:t>MAINTAINABLE</a:t>
            </a:r>
            <a:r>
              <a:rPr lang="en-US" spc="-120" dirty="0">
                <a:latin typeface="Franklin Gothic Demi" panose="020B0703020102020204" pitchFamily="34" charset="0"/>
              </a:rPr>
              <a:t> </a:t>
            </a:r>
            <a:r>
              <a:rPr lang="en-US" dirty="0">
                <a:latin typeface="Franklin Gothic Demi" panose="020B0703020102020204" pitchFamily="34" charset="0"/>
              </a:rPr>
              <a:t>CODEBASE</a:t>
            </a:r>
            <a:r>
              <a:rPr lang="en-US" spc="-55" dirty="0">
                <a:latin typeface="Franklin Gothic Demi" panose="020B0703020102020204" pitchFamily="34" charset="0"/>
              </a:rPr>
              <a:t> </a:t>
            </a:r>
            <a:r>
              <a:rPr lang="en-US" spc="-10" dirty="0">
                <a:latin typeface="Franklin Gothic Demi" panose="020B0703020102020204" pitchFamily="34" charset="0"/>
              </a:rPr>
              <a:t>–MODULAR</a:t>
            </a:r>
            <a:r>
              <a:rPr lang="en-US" spc="-125" dirty="0">
                <a:latin typeface="Franklin Gothic Demi" panose="020B0703020102020204" pitchFamily="34" charset="0"/>
              </a:rPr>
              <a:t> </a:t>
            </a:r>
            <a:r>
              <a:rPr lang="en-US" spc="-10" dirty="0">
                <a:latin typeface="Franklin Gothic Demi" panose="020B0703020102020204" pitchFamily="34" charset="0"/>
              </a:rPr>
              <a:t>ARCHITECTURE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214" y="1634671"/>
            <a:ext cx="4233731" cy="29540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752" y="1701877"/>
            <a:ext cx="4337248" cy="29540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75"/>
          <p:cNvSpPr/>
          <p:nvPr/>
        </p:nvSpPr>
        <p:spPr>
          <a:xfrm rot="10800000">
            <a:off x="1872472" y="1328299"/>
            <a:ext cx="303363" cy="303363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7" name="Google Shape;1527;p75"/>
          <p:cNvSpPr/>
          <p:nvPr/>
        </p:nvSpPr>
        <p:spPr>
          <a:xfrm>
            <a:off x="7109941" y="1641025"/>
            <a:ext cx="323174" cy="323174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8" name="Google Shape;1528;p75"/>
          <p:cNvSpPr/>
          <p:nvPr/>
        </p:nvSpPr>
        <p:spPr>
          <a:xfrm>
            <a:off x="2904381" y="2082881"/>
            <a:ext cx="185056" cy="184653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683" y="763918"/>
            <a:ext cx="2872596" cy="1735488"/>
          </a:xfrm>
          <a:prstGeom prst="rect">
            <a:avLst/>
          </a:prstGeom>
        </p:spPr>
      </p:pic>
      <p:grpSp>
        <p:nvGrpSpPr>
          <p:cNvPr id="10" name="object 3"/>
          <p:cNvGrpSpPr/>
          <p:nvPr/>
        </p:nvGrpSpPr>
        <p:grpSpPr>
          <a:xfrm>
            <a:off x="532216" y="2287595"/>
            <a:ext cx="2398431" cy="2450980"/>
            <a:chOff x="198120" y="2545049"/>
            <a:chExt cx="4417060" cy="4262120"/>
          </a:xfrm>
        </p:grpSpPr>
        <p:sp>
          <p:nvSpPr>
            <p:cNvPr id="11" name="object 4"/>
            <p:cNvSpPr/>
            <p:nvPr/>
          </p:nvSpPr>
          <p:spPr>
            <a:xfrm>
              <a:off x="3627120" y="313943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242315" y="0"/>
                  </a:moveTo>
                  <a:lnTo>
                    <a:pt x="0" y="242315"/>
                  </a:lnTo>
                  <a:lnTo>
                    <a:pt x="242315" y="484632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8"/>
                  </a:lnTo>
                  <a:lnTo>
                    <a:pt x="242315" y="121158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5"/>
            <p:cNvSpPr/>
            <p:nvPr/>
          </p:nvSpPr>
          <p:spPr>
            <a:xfrm>
              <a:off x="3627120" y="3124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242315"/>
                  </a:moveTo>
                  <a:lnTo>
                    <a:pt x="242315" y="0"/>
                  </a:lnTo>
                  <a:lnTo>
                    <a:pt x="242315" y="121158"/>
                  </a:lnTo>
                  <a:lnTo>
                    <a:pt x="978407" y="121158"/>
                  </a:lnTo>
                  <a:lnTo>
                    <a:pt x="978407" y="363474"/>
                  </a:lnTo>
                  <a:lnTo>
                    <a:pt x="242315" y="363474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ln w="18288">
              <a:solidFill>
                <a:srgbClr val="0422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" y="2545049"/>
              <a:ext cx="3423792" cy="4262120"/>
            </a:xfrm>
            <a:prstGeom prst="rect">
              <a:avLst/>
            </a:prstGeom>
          </p:spPr>
        </p:pic>
        <p:pic>
          <p:nvPicPr>
            <p:cNvPr id="14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2" y="2740151"/>
              <a:ext cx="3047999" cy="3886200"/>
            </a:xfrm>
            <a:prstGeom prst="rect">
              <a:avLst/>
            </a:prstGeom>
          </p:spPr>
        </p:pic>
      </p:grpSp>
      <p:grpSp>
        <p:nvGrpSpPr>
          <p:cNvPr id="17" name="object 10"/>
          <p:cNvGrpSpPr/>
          <p:nvPr/>
        </p:nvGrpSpPr>
        <p:grpSpPr>
          <a:xfrm>
            <a:off x="5976041" y="2399790"/>
            <a:ext cx="2731533" cy="2508639"/>
            <a:chOff x="8360664" y="2414054"/>
            <a:chExt cx="3831590" cy="4444365"/>
          </a:xfrm>
        </p:grpSpPr>
        <p:sp>
          <p:nvSpPr>
            <p:cNvPr id="18" name="object 11"/>
            <p:cNvSpPr/>
            <p:nvPr/>
          </p:nvSpPr>
          <p:spPr>
            <a:xfrm>
              <a:off x="8369808" y="5205983"/>
              <a:ext cx="741045" cy="478790"/>
            </a:xfrm>
            <a:custGeom>
              <a:avLst/>
              <a:gdLst/>
              <a:ahLst/>
              <a:cxnLst/>
              <a:rect l="l" t="t" r="r" b="b"/>
              <a:pathLst>
                <a:path w="741045" h="478789">
                  <a:moveTo>
                    <a:pt x="503300" y="0"/>
                  </a:moveTo>
                  <a:lnTo>
                    <a:pt x="503300" y="119507"/>
                  </a:lnTo>
                  <a:lnTo>
                    <a:pt x="0" y="119507"/>
                  </a:lnTo>
                  <a:lnTo>
                    <a:pt x="0" y="358902"/>
                  </a:lnTo>
                  <a:lnTo>
                    <a:pt x="503300" y="358902"/>
                  </a:lnTo>
                  <a:lnTo>
                    <a:pt x="503300" y="478536"/>
                  </a:lnTo>
                  <a:lnTo>
                    <a:pt x="740664" y="239268"/>
                  </a:lnTo>
                  <a:lnTo>
                    <a:pt x="5033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2"/>
            <p:cNvSpPr/>
            <p:nvPr/>
          </p:nvSpPr>
          <p:spPr>
            <a:xfrm>
              <a:off x="8369808" y="5205983"/>
              <a:ext cx="741045" cy="478790"/>
            </a:xfrm>
            <a:custGeom>
              <a:avLst/>
              <a:gdLst/>
              <a:ahLst/>
              <a:cxnLst/>
              <a:rect l="l" t="t" r="r" b="b"/>
              <a:pathLst>
                <a:path w="741045" h="478789">
                  <a:moveTo>
                    <a:pt x="0" y="119507"/>
                  </a:moveTo>
                  <a:lnTo>
                    <a:pt x="503300" y="119507"/>
                  </a:lnTo>
                  <a:lnTo>
                    <a:pt x="503300" y="0"/>
                  </a:lnTo>
                  <a:lnTo>
                    <a:pt x="740664" y="239268"/>
                  </a:lnTo>
                  <a:lnTo>
                    <a:pt x="503300" y="478536"/>
                  </a:lnTo>
                  <a:lnTo>
                    <a:pt x="503300" y="358902"/>
                  </a:lnTo>
                  <a:lnTo>
                    <a:pt x="0" y="358902"/>
                  </a:lnTo>
                  <a:lnTo>
                    <a:pt x="0" y="119507"/>
                  </a:lnTo>
                  <a:close/>
                </a:path>
              </a:pathLst>
            </a:custGeom>
            <a:ln w="18288">
              <a:solidFill>
                <a:srgbClr val="0422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12936" y="2414054"/>
              <a:ext cx="3179064" cy="4443945"/>
            </a:xfrm>
            <a:prstGeom prst="rect">
              <a:avLst/>
            </a:prstGeom>
          </p:spPr>
        </p:pic>
        <p:pic>
          <p:nvPicPr>
            <p:cNvPr id="21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11056" y="2612135"/>
              <a:ext cx="2846831" cy="4008120"/>
            </a:xfrm>
            <a:prstGeom prst="rect">
              <a:avLst/>
            </a:prstGeom>
          </p:spPr>
        </p:pic>
      </p:grpSp>
      <p:sp>
        <p:nvSpPr>
          <p:cNvPr id="29" name="Rectangle: Rounded Corners 28"/>
          <p:cNvSpPr/>
          <p:nvPr/>
        </p:nvSpPr>
        <p:spPr>
          <a:xfrm>
            <a:off x="2996909" y="2599022"/>
            <a:ext cx="3473705" cy="73866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lang="en-US" spc="-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lang="en-US" spc="-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lang="en-US" spc="-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enables</a:t>
            </a:r>
            <a:r>
              <a:rPr lang="en-US" spc="-7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registered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lang="en-US" spc="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lang="en-US" spc="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lang="en-US" spc="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their</a:t>
            </a:r>
            <a:r>
              <a:rPr lang="en-US" spc="49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lang="en-US" spc="49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digital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banking</a:t>
            </a:r>
            <a:r>
              <a:rPr lang="en-US" spc="-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dashboard.</a:t>
            </a:r>
            <a:r>
              <a:rPr lang="en-US" spc="-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lang="en-US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login</a:t>
            </a:r>
            <a:r>
              <a:rPr lang="en-US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lang="en-US" spc="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OTP</a:t>
            </a:r>
            <a:endParaRPr lang="en-IN" dirty="0"/>
          </a:p>
        </p:txBody>
      </p:sp>
      <p:sp>
        <p:nvSpPr>
          <p:cNvPr id="30" name="Rectangle: Rounded Corners 29"/>
          <p:cNvSpPr/>
          <p:nvPr/>
        </p:nvSpPr>
        <p:spPr>
          <a:xfrm>
            <a:off x="2540143" y="3605843"/>
            <a:ext cx="3442417" cy="119968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2700" marR="5080" algn="just">
              <a:lnSpc>
                <a:spcPct val="101000"/>
              </a:lnSpc>
              <a:spcBef>
                <a:spcPts val="75"/>
              </a:spcBef>
            </a:pP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Quick</a:t>
            </a:r>
            <a:r>
              <a:rPr lang="en-US" spc="6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pc="6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validated</a:t>
            </a:r>
            <a:r>
              <a:rPr lang="en-US" spc="6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lang="en-US" spc="7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lang="en-US" spc="6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spc="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isi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lang="en-US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lang="en-US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seamless</a:t>
            </a:r>
            <a:r>
              <a:rPr lang="en-US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spc="35" dirty="0">
                <a:latin typeface="Times New Roman" panose="02020603050405020304"/>
                <a:cs typeface="Times New Roman" panose="02020603050405020304"/>
              </a:rPr>
              <a:t>cc</a:t>
            </a:r>
            <a:r>
              <a:rPr lang="en-US" spc="6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spc="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lang="en-US" spc="-35" dirty="0">
                <a:latin typeface="Times New Roman" panose="02020603050405020304"/>
                <a:cs typeface="Times New Roman" panose="02020603050405020304"/>
              </a:rPr>
              <a:t>banking</a:t>
            </a:r>
            <a:r>
              <a:rPr lang="en-US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5" dirty="0" err="1">
                <a:latin typeface="Times New Roman" panose="02020603050405020304"/>
                <a:cs typeface="Times New Roman" panose="02020603050405020304"/>
              </a:rPr>
              <a:t>services.Validated</a:t>
            </a:r>
            <a:r>
              <a:rPr lang="en-US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lang="en-US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5" dirty="0">
                <a:latin typeface="Times New Roman" panose="02020603050405020304"/>
                <a:cs typeface="Times New Roman" panose="02020603050405020304"/>
              </a:rPr>
              <a:t>registration.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 Str</a:t>
            </a:r>
            <a:r>
              <a:rPr lang="en-US" spc="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US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password</a:t>
            </a:r>
            <a:r>
              <a:rPr lang="en-US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policy.</a:t>
            </a:r>
            <a:r>
              <a:rPr lang="en-US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3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lang="en-US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Email</a:t>
            </a:r>
            <a:r>
              <a:rPr lang="en-US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5" dirty="0">
                <a:latin typeface="Times New Roman" panose="02020603050405020304"/>
                <a:cs typeface="Times New Roman" panose="02020603050405020304"/>
              </a:rPr>
              <a:t>phone validation.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4" name="Google Shape;1725;p80"/>
          <p:cNvGrpSpPr/>
          <p:nvPr/>
        </p:nvGrpSpPr>
        <p:grpSpPr>
          <a:xfrm>
            <a:off x="7424497" y="991729"/>
            <a:ext cx="299441" cy="299441"/>
            <a:chOff x="1594650" y="976150"/>
            <a:chExt cx="411150" cy="411150"/>
          </a:xfrm>
        </p:grpSpPr>
        <p:sp>
          <p:nvSpPr>
            <p:cNvPr id="45" name="Google Shape;1726;p80"/>
            <p:cNvSpPr/>
            <p:nvPr/>
          </p:nvSpPr>
          <p:spPr>
            <a:xfrm>
              <a:off x="1594650" y="976150"/>
              <a:ext cx="411150" cy="411150"/>
            </a:xfrm>
            <a:custGeom>
              <a:avLst/>
              <a:gdLst/>
              <a:ahLst/>
              <a:cxnLst/>
              <a:rect l="l" t="t" r="r" b="b"/>
              <a:pathLst>
                <a:path w="16446" h="16446" extrusionOk="0">
                  <a:moveTo>
                    <a:pt x="8206" y="1201"/>
                  </a:moveTo>
                  <a:cubicBezTo>
                    <a:pt x="12109" y="1201"/>
                    <a:pt x="15211" y="4337"/>
                    <a:pt x="15211" y="8206"/>
                  </a:cubicBezTo>
                  <a:cubicBezTo>
                    <a:pt x="15211" y="12109"/>
                    <a:pt x="12109" y="15211"/>
                    <a:pt x="8206" y="15211"/>
                  </a:cubicBezTo>
                  <a:cubicBezTo>
                    <a:pt x="4337" y="15211"/>
                    <a:pt x="1201" y="12109"/>
                    <a:pt x="1201" y="8206"/>
                  </a:cubicBezTo>
                  <a:cubicBezTo>
                    <a:pt x="1201" y="4337"/>
                    <a:pt x="4337" y="1201"/>
                    <a:pt x="8206" y="1201"/>
                  </a:cubicBezTo>
                  <a:close/>
                  <a:moveTo>
                    <a:pt x="8206" y="0"/>
                  </a:moveTo>
                  <a:cubicBezTo>
                    <a:pt x="3670" y="0"/>
                    <a:pt x="0" y="3669"/>
                    <a:pt x="0" y="8206"/>
                  </a:cubicBezTo>
                  <a:cubicBezTo>
                    <a:pt x="0" y="12776"/>
                    <a:pt x="3670" y="16445"/>
                    <a:pt x="8206" y="16445"/>
                  </a:cubicBezTo>
                  <a:cubicBezTo>
                    <a:pt x="12776" y="16445"/>
                    <a:pt x="16445" y="12776"/>
                    <a:pt x="16445" y="8206"/>
                  </a:cubicBezTo>
                  <a:cubicBezTo>
                    <a:pt x="16445" y="3669"/>
                    <a:pt x="12776" y="0"/>
                    <a:pt x="8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1727;p80"/>
            <p:cNvSpPr/>
            <p:nvPr/>
          </p:nvSpPr>
          <p:spPr>
            <a:xfrm>
              <a:off x="1735575" y="1056200"/>
              <a:ext cx="129275" cy="129275"/>
            </a:xfrm>
            <a:custGeom>
              <a:avLst/>
              <a:gdLst/>
              <a:ahLst/>
              <a:cxnLst/>
              <a:rect l="l" t="t" r="r" b="b"/>
              <a:pathLst>
                <a:path w="5171" h="5171" extrusionOk="0">
                  <a:moveTo>
                    <a:pt x="2569" y="0"/>
                  </a:moveTo>
                  <a:cubicBezTo>
                    <a:pt x="1168" y="0"/>
                    <a:pt x="1" y="1168"/>
                    <a:pt x="1" y="2602"/>
                  </a:cubicBezTo>
                  <a:cubicBezTo>
                    <a:pt x="1" y="4003"/>
                    <a:pt x="1168" y="5171"/>
                    <a:pt x="2569" y="5171"/>
                  </a:cubicBezTo>
                  <a:cubicBezTo>
                    <a:pt x="4003" y="5171"/>
                    <a:pt x="5171" y="4003"/>
                    <a:pt x="5171" y="2602"/>
                  </a:cubicBezTo>
                  <a:cubicBezTo>
                    <a:pt x="5171" y="1135"/>
                    <a:pt x="4003" y="0"/>
                    <a:pt x="25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1728;p80"/>
            <p:cNvSpPr/>
            <p:nvPr/>
          </p:nvSpPr>
          <p:spPr>
            <a:xfrm>
              <a:off x="1689700" y="1196300"/>
              <a:ext cx="221025" cy="100925"/>
            </a:xfrm>
            <a:custGeom>
              <a:avLst/>
              <a:gdLst/>
              <a:ahLst/>
              <a:cxnLst/>
              <a:rect l="l" t="t" r="r" b="b"/>
              <a:pathLst>
                <a:path w="8841" h="4037" extrusionOk="0">
                  <a:moveTo>
                    <a:pt x="2670" y="0"/>
                  </a:moveTo>
                  <a:cubicBezTo>
                    <a:pt x="1202" y="0"/>
                    <a:pt x="1" y="1201"/>
                    <a:pt x="1" y="2669"/>
                  </a:cubicBezTo>
                  <a:lnTo>
                    <a:pt x="1" y="4037"/>
                  </a:lnTo>
                  <a:lnTo>
                    <a:pt x="8841" y="4037"/>
                  </a:lnTo>
                  <a:lnTo>
                    <a:pt x="8841" y="2669"/>
                  </a:lnTo>
                  <a:cubicBezTo>
                    <a:pt x="8841" y="1201"/>
                    <a:pt x="7606" y="0"/>
                    <a:pt x="6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15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800" fill="hold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5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9" name="Google Shape;1539;p76"/>
          <p:cNvGrpSpPr/>
          <p:nvPr/>
        </p:nvGrpSpPr>
        <p:grpSpPr>
          <a:xfrm>
            <a:off x="7936303" y="769550"/>
            <a:ext cx="814886" cy="531898"/>
            <a:chOff x="4842900" y="2922987"/>
            <a:chExt cx="436632" cy="284986"/>
          </a:xfrm>
        </p:grpSpPr>
        <p:sp>
          <p:nvSpPr>
            <p:cNvPr id="1540" name="Google Shape;1540;p76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012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" name="Rectangle: Rounded Corners 1"/>
          <p:cNvSpPr/>
          <p:nvPr/>
        </p:nvSpPr>
        <p:spPr>
          <a:xfrm>
            <a:off x="552090" y="1837426"/>
            <a:ext cx="4019910" cy="126053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ACCOUNTS 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lang="en-US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lang="en-US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lang="en-US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linked</a:t>
            </a:r>
            <a:r>
              <a:rPr lang="en-US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bank</a:t>
            </a:r>
            <a:r>
              <a:rPr lang="en-US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accounts</a:t>
            </a:r>
            <a:r>
              <a:rPr lang="en-US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lang="en-US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balance tracking</a:t>
            </a:r>
            <a:r>
              <a:rPr lang="en-US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account</a:t>
            </a:r>
            <a:r>
              <a:rPr lang="en-US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details.</a:t>
            </a:r>
            <a:r>
              <a:rPr lang="en-US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Add/Remove</a:t>
            </a:r>
            <a:r>
              <a:rPr lang="en-US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bank</a:t>
            </a:r>
            <a:r>
              <a:rPr lang="en-US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accounts.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Monitor</a:t>
            </a:r>
            <a:r>
              <a:rPr lang="en-US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balances. Multi</a:t>
            </a:r>
            <a:r>
              <a:rPr lang="en-US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account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lang="en-US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 Secure</a:t>
            </a:r>
            <a:r>
              <a:rPr lang="en-US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API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integration</a:t>
            </a:r>
            <a:endParaRPr lang="en-IN" dirty="0"/>
          </a:p>
        </p:txBody>
      </p:sp>
      <p:pic>
        <p:nvPicPr>
          <p:cNvPr id="3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08432" y="1566772"/>
            <a:ext cx="3243532" cy="2009955"/>
          </a:xfrm>
          <a:prstGeom prst="rect">
            <a:avLst/>
          </a:prstGeom>
        </p:spPr>
      </p:pic>
      <p:grpSp>
        <p:nvGrpSpPr>
          <p:cNvPr id="4" name="Google Shape;1596;p78"/>
          <p:cNvGrpSpPr/>
          <p:nvPr/>
        </p:nvGrpSpPr>
        <p:grpSpPr>
          <a:xfrm>
            <a:off x="552090" y="465180"/>
            <a:ext cx="1514782" cy="1006855"/>
            <a:chOff x="4981963" y="3755000"/>
            <a:chExt cx="1001575" cy="735575"/>
          </a:xfrm>
        </p:grpSpPr>
        <p:sp>
          <p:nvSpPr>
            <p:cNvPr id="5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77"/>
          <p:cNvSpPr/>
          <p:nvPr/>
        </p:nvSpPr>
        <p:spPr>
          <a:xfrm>
            <a:off x="5408255" y="1923691"/>
            <a:ext cx="250781" cy="250235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1872" y="1526876"/>
            <a:ext cx="3830128" cy="2642716"/>
          </a:xfrm>
          <a:prstGeom prst="rect">
            <a:avLst/>
          </a:prstGeom>
        </p:spPr>
      </p:pic>
      <p:sp>
        <p:nvSpPr>
          <p:cNvPr id="3" name="Rectangle: Rounded Corners 2"/>
          <p:cNvSpPr/>
          <p:nvPr/>
        </p:nvSpPr>
        <p:spPr>
          <a:xfrm>
            <a:off x="5046453" y="2469109"/>
            <a:ext cx="3459193" cy="153550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2700" marR="5080" algn="ctr">
              <a:lnSpc>
                <a:spcPct val="102000"/>
              </a:lnSpc>
              <a:spcBef>
                <a:spcPts val="45"/>
              </a:spcBef>
              <a:tabLst>
                <a:tab pos="329565" algn="l"/>
              </a:tabLst>
            </a:pPr>
            <a:r>
              <a:rPr lang="en-US" b="1" spc="-50" dirty="0">
                <a:solidFill>
                  <a:schemeClr val="accent2">
                    <a:lumMod val="50000"/>
                  </a:schemeClr>
                </a:solidFill>
                <a:cs typeface="Times New Roman" panose="02020603050405020304"/>
              </a:rPr>
              <a:t>DASHBOARD</a:t>
            </a:r>
            <a:endParaRPr lang="en-US" b="1" spc="-50" dirty="0">
              <a:solidFill>
                <a:schemeClr val="accent2">
                  <a:lumMod val="50000"/>
                </a:schemeClr>
              </a:solidFill>
              <a:cs typeface="Times New Roman" panose="02020603050405020304"/>
            </a:endParaRPr>
          </a:p>
          <a:p>
            <a:pPr marL="12700" marR="5080" algn="ctr">
              <a:lnSpc>
                <a:spcPct val="102000"/>
              </a:lnSpc>
              <a:spcBef>
                <a:spcPts val="45"/>
              </a:spcBef>
              <a:tabLst>
                <a:tab pos="329565" algn="l"/>
              </a:tabLst>
            </a:pPr>
            <a:r>
              <a:rPr lang="en-US" spc="-5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A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unified</a:t>
            </a:r>
            <a:r>
              <a:rPr lang="en-US" spc="5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overview</a:t>
            </a:r>
            <a:r>
              <a:rPr lang="en-US" spc="1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of</a:t>
            </a:r>
            <a:r>
              <a:rPr lang="en-US" spc="2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spc="-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financial</a:t>
            </a:r>
            <a:r>
              <a:rPr lang="en-US" spc="-95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data</a:t>
            </a:r>
            <a:r>
              <a:rPr lang="en-US" spc="4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with</a:t>
            </a:r>
            <a:r>
              <a:rPr lang="en-US" spc="1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spc="-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real-</a:t>
            </a:r>
            <a:r>
              <a:rPr lang="en-US" spc="-2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time </a:t>
            </a:r>
            <a:r>
              <a:rPr lang="en-US" spc="-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insights,</a:t>
            </a:r>
            <a:r>
              <a:rPr lang="en-US" spc="-75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quick</a:t>
            </a:r>
            <a:r>
              <a:rPr lang="en-US" spc="4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actions,</a:t>
            </a:r>
            <a:r>
              <a:rPr lang="en-US" spc="3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and</a:t>
            </a:r>
            <a:r>
              <a:rPr lang="en-US" spc="3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spc="-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personalized</a:t>
            </a:r>
            <a:r>
              <a:rPr lang="en-US" spc="-114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 </a:t>
            </a:r>
            <a:r>
              <a:rPr lang="en-US" spc="-10" dirty="0">
                <a:solidFill>
                  <a:schemeClr val="tx1">
                    <a:lumMod val="75000"/>
                  </a:schemeClr>
                </a:solidFill>
                <a:cs typeface="Times New Roman" panose="02020603050405020304"/>
              </a:rPr>
              <a:t>summaries.</a:t>
            </a:r>
            <a:endParaRPr lang="en-US" dirty="0">
              <a:solidFill>
                <a:schemeClr val="tx1">
                  <a:lumMod val="75000"/>
                </a:schemeClr>
              </a:solidFill>
              <a:cs typeface="Times New Roman" panose="02020603050405020304"/>
            </a:endParaRPr>
          </a:p>
        </p:txBody>
      </p:sp>
      <p:grpSp>
        <p:nvGrpSpPr>
          <p:cNvPr id="11" name="Google Shape;1659;p80"/>
          <p:cNvGrpSpPr/>
          <p:nvPr/>
        </p:nvGrpSpPr>
        <p:grpSpPr>
          <a:xfrm>
            <a:off x="5960374" y="750059"/>
            <a:ext cx="2545272" cy="1836199"/>
            <a:chOff x="3296826" y="1265400"/>
            <a:chExt cx="2545272" cy="1836199"/>
          </a:xfrm>
        </p:grpSpPr>
        <p:sp>
          <p:nvSpPr>
            <p:cNvPr id="12" name="Google Shape;1660;p80"/>
            <p:cNvSpPr/>
            <p:nvPr/>
          </p:nvSpPr>
          <p:spPr>
            <a:xfrm>
              <a:off x="3975809" y="2596995"/>
              <a:ext cx="1241370" cy="377937"/>
            </a:xfrm>
            <a:custGeom>
              <a:avLst/>
              <a:gdLst/>
              <a:ahLst/>
              <a:cxnLst/>
              <a:rect l="l" t="t" r="r" b="b"/>
              <a:pathLst>
                <a:path w="16827" h="5123" extrusionOk="0">
                  <a:moveTo>
                    <a:pt x="5626" y="1"/>
                  </a:moveTo>
                  <a:cubicBezTo>
                    <a:pt x="5626" y="1"/>
                    <a:pt x="5626" y="2614"/>
                    <a:pt x="5206" y="4389"/>
                  </a:cubicBezTo>
                  <a:lnTo>
                    <a:pt x="0" y="4389"/>
                  </a:lnTo>
                  <a:lnTo>
                    <a:pt x="0" y="5123"/>
                  </a:lnTo>
                  <a:lnTo>
                    <a:pt x="16827" y="5123"/>
                  </a:lnTo>
                  <a:lnTo>
                    <a:pt x="16827" y="4389"/>
                  </a:lnTo>
                  <a:lnTo>
                    <a:pt x="11621" y="4389"/>
                  </a:lnTo>
                  <a:cubicBezTo>
                    <a:pt x="11201" y="2614"/>
                    <a:pt x="11201" y="1"/>
                    <a:pt x="11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1;p80"/>
            <p:cNvSpPr/>
            <p:nvPr/>
          </p:nvSpPr>
          <p:spPr>
            <a:xfrm>
              <a:off x="3733025" y="1429839"/>
              <a:ext cx="1747523" cy="1255018"/>
            </a:xfrm>
            <a:custGeom>
              <a:avLst/>
              <a:gdLst/>
              <a:ahLst/>
              <a:cxnLst/>
              <a:rect l="l" t="t" r="r" b="b"/>
              <a:pathLst>
                <a:path w="23688" h="17012" extrusionOk="0">
                  <a:moveTo>
                    <a:pt x="1121" y="1"/>
                  </a:moveTo>
                  <a:cubicBezTo>
                    <a:pt x="505" y="1"/>
                    <a:pt x="1" y="502"/>
                    <a:pt x="1" y="1121"/>
                  </a:cubicBezTo>
                  <a:lnTo>
                    <a:pt x="1" y="15892"/>
                  </a:lnTo>
                  <a:cubicBezTo>
                    <a:pt x="1" y="16511"/>
                    <a:pt x="505" y="17012"/>
                    <a:pt x="1121" y="17012"/>
                  </a:cubicBezTo>
                  <a:lnTo>
                    <a:pt x="22568" y="17012"/>
                  </a:lnTo>
                  <a:cubicBezTo>
                    <a:pt x="23187" y="17012"/>
                    <a:pt x="23688" y="16511"/>
                    <a:pt x="23688" y="15892"/>
                  </a:cubicBezTo>
                  <a:lnTo>
                    <a:pt x="23688" y="1121"/>
                  </a:lnTo>
                  <a:cubicBezTo>
                    <a:pt x="23688" y="502"/>
                    <a:pt x="23187" y="1"/>
                    <a:pt x="22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62;p80"/>
            <p:cNvSpPr/>
            <p:nvPr/>
          </p:nvSpPr>
          <p:spPr>
            <a:xfrm>
              <a:off x="3765042" y="1490185"/>
              <a:ext cx="1683710" cy="1059594"/>
            </a:xfrm>
            <a:custGeom>
              <a:avLst/>
              <a:gdLst/>
              <a:ahLst/>
              <a:cxnLst/>
              <a:rect l="l" t="t" r="r" b="b"/>
              <a:pathLst>
                <a:path w="22823" h="14363" extrusionOk="0">
                  <a:moveTo>
                    <a:pt x="594" y="0"/>
                  </a:moveTo>
                  <a:cubicBezTo>
                    <a:pt x="267" y="0"/>
                    <a:pt x="1" y="269"/>
                    <a:pt x="1" y="594"/>
                  </a:cubicBezTo>
                  <a:lnTo>
                    <a:pt x="1" y="13766"/>
                  </a:lnTo>
                  <a:cubicBezTo>
                    <a:pt x="1" y="14094"/>
                    <a:pt x="267" y="14363"/>
                    <a:pt x="594" y="14363"/>
                  </a:cubicBezTo>
                  <a:lnTo>
                    <a:pt x="22226" y="14363"/>
                  </a:lnTo>
                  <a:cubicBezTo>
                    <a:pt x="22554" y="14363"/>
                    <a:pt x="22823" y="14094"/>
                    <a:pt x="22823" y="13766"/>
                  </a:cubicBezTo>
                  <a:lnTo>
                    <a:pt x="22823" y="594"/>
                  </a:lnTo>
                  <a:cubicBezTo>
                    <a:pt x="22823" y="269"/>
                    <a:pt x="22554" y="0"/>
                    <a:pt x="22226" y="0"/>
                  </a:cubicBezTo>
                  <a:close/>
                </a:path>
              </a:pathLst>
            </a:custGeom>
            <a:gradFill>
              <a:gsLst>
                <a:gs pos="0">
                  <a:srgbClr val="66BEE9">
                    <a:alpha val="34509"/>
                  </a:srgbClr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63;p80"/>
            <p:cNvSpPr/>
            <p:nvPr/>
          </p:nvSpPr>
          <p:spPr>
            <a:xfrm>
              <a:off x="3765042" y="1490185"/>
              <a:ext cx="1683710" cy="358092"/>
            </a:xfrm>
            <a:custGeom>
              <a:avLst/>
              <a:gdLst/>
              <a:ahLst/>
              <a:cxnLst/>
              <a:rect l="l" t="t" r="r" b="b"/>
              <a:pathLst>
                <a:path w="22823" h="4854" extrusionOk="0">
                  <a:moveTo>
                    <a:pt x="594" y="0"/>
                  </a:moveTo>
                  <a:cubicBezTo>
                    <a:pt x="267" y="0"/>
                    <a:pt x="1" y="269"/>
                    <a:pt x="1" y="594"/>
                  </a:cubicBezTo>
                  <a:lnTo>
                    <a:pt x="1" y="4853"/>
                  </a:lnTo>
                  <a:lnTo>
                    <a:pt x="22823" y="4853"/>
                  </a:lnTo>
                  <a:lnTo>
                    <a:pt x="22823" y="594"/>
                  </a:lnTo>
                  <a:cubicBezTo>
                    <a:pt x="22823" y="269"/>
                    <a:pt x="22554" y="0"/>
                    <a:pt x="2222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64;p80"/>
            <p:cNvSpPr/>
            <p:nvPr/>
          </p:nvSpPr>
          <p:spPr>
            <a:xfrm>
              <a:off x="3765042" y="1490185"/>
              <a:ext cx="1683710" cy="121282"/>
            </a:xfrm>
            <a:custGeom>
              <a:avLst/>
              <a:gdLst/>
              <a:ahLst/>
              <a:cxnLst/>
              <a:rect l="l" t="t" r="r" b="b"/>
              <a:pathLst>
                <a:path w="22823" h="1644" extrusionOk="0">
                  <a:moveTo>
                    <a:pt x="594" y="0"/>
                  </a:moveTo>
                  <a:cubicBezTo>
                    <a:pt x="267" y="0"/>
                    <a:pt x="1" y="269"/>
                    <a:pt x="1" y="594"/>
                  </a:cubicBezTo>
                  <a:lnTo>
                    <a:pt x="1" y="1644"/>
                  </a:lnTo>
                  <a:lnTo>
                    <a:pt x="22823" y="1644"/>
                  </a:lnTo>
                  <a:lnTo>
                    <a:pt x="22823" y="594"/>
                  </a:lnTo>
                  <a:cubicBezTo>
                    <a:pt x="22823" y="269"/>
                    <a:pt x="22554" y="0"/>
                    <a:pt x="22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665;p80"/>
            <p:cNvSpPr/>
            <p:nvPr/>
          </p:nvSpPr>
          <p:spPr>
            <a:xfrm>
              <a:off x="3807240" y="1530686"/>
              <a:ext cx="40501" cy="40354"/>
            </a:xfrm>
            <a:custGeom>
              <a:avLst/>
              <a:gdLst/>
              <a:ahLst/>
              <a:cxnLst/>
              <a:rect l="l" t="t" r="r" b="b"/>
              <a:pathLst>
                <a:path w="549" h="547" extrusionOk="0">
                  <a:moveTo>
                    <a:pt x="280" y="0"/>
                  </a:moveTo>
                  <a:cubicBezTo>
                    <a:pt x="129" y="0"/>
                    <a:pt x="0" y="126"/>
                    <a:pt x="0" y="280"/>
                  </a:cubicBezTo>
                  <a:cubicBezTo>
                    <a:pt x="0" y="431"/>
                    <a:pt x="129" y="546"/>
                    <a:pt x="280" y="546"/>
                  </a:cubicBezTo>
                  <a:cubicBezTo>
                    <a:pt x="431" y="546"/>
                    <a:pt x="549" y="431"/>
                    <a:pt x="549" y="280"/>
                  </a:cubicBezTo>
                  <a:cubicBezTo>
                    <a:pt x="549" y="126"/>
                    <a:pt x="431" y="0"/>
                    <a:pt x="2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666;p80"/>
            <p:cNvSpPr/>
            <p:nvPr/>
          </p:nvSpPr>
          <p:spPr>
            <a:xfrm>
              <a:off x="3881159" y="1530686"/>
              <a:ext cx="40575" cy="40354"/>
            </a:xfrm>
            <a:custGeom>
              <a:avLst/>
              <a:gdLst/>
              <a:ahLst/>
              <a:cxnLst/>
              <a:rect l="l" t="t" r="r" b="b"/>
              <a:pathLst>
                <a:path w="550" h="547" extrusionOk="0">
                  <a:moveTo>
                    <a:pt x="281" y="0"/>
                  </a:moveTo>
                  <a:cubicBezTo>
                    <a:pt x="129" y="0"/>
                    <a:pt x="1" y="126"/>
                    <a:pt x="1" y="280"/>
                  </a:cubicBezTo>
                  <a:cubicBezTo>
                    <a:pt x="1" y="431"/>
                    <a:pt x="129" y="546"/>
                    <a:pt x="281" y="546"/>
                  </a:cubicBezTo>
                  <a:cubicBezTo>
                    <a:pt x="432" y="546"/>
                    <a:pt x="549" y="431"/>
                    <a:pt x="549" y="280"/>
                  </a:cubicBezTo>
                  <a:cubicBezTo>
                    <a:pt x="549" y="126"/>
                    <a:pt x="432" y="0"/>
                    <a:pt x="2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667;p80"/>
            <p:cNvSpPr/>
            <p:nvPr/>
          </p:nvSpPr>
          <p:spPr>
            <a:xfrm>
              <a:off x="3956185" y="1530686"/>
              <a:ext cx="40354" cy="40354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266" y="0"/>
                  </a:moveTo>
                  <a:cubicBezTo>
                    <a:pt x="115" y="0"/>
                    <a:pt x="0" y="126"/>
                    <a:pt x="0" y="280"/>
                  </a:cubicBezTo>
                  <a:cubicBezTo>
                    <a:pt x="0" y="431"/>
                    <a:pt x="115" y="546"/>
                    <a:pt x="266" y="546"/>
                  </a:cubicBezTo>
                  <a:cubicBezTo>
                    <a:pt x="420" y="546"/>
                    <a:pt x="546" y="431"/>
                    <a:pt x="546" y="280"/>
                  </a:cubicBezTo>
                  <a:cubicBezTo>
                    <a:pt x="546" y="126"/>
                    <a:pt x="420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668;p80"/>
            <p:cNvSpPr/>
            <p:nvPr/>
          </p:nvSpPr>
          <p:spPr>
            <a:xfrm>
              <a:off x="3849364" y="1651895"/>
              <a:ext cx="149020" cy="149020"/>
            </a:xfrm>
            <a:custGeom>
              <a:avLst/>
              <a:gdLst/>
              <a:ahLst/>
              <a:cxnLst/>
              <a:rect l="l" t="t" r="r" b="b"/>
              <a:pathLst>
                <a:path w="2020" h="2020" extrusionOk="0">
                  <a:moveTo>
                    <a:pt x="199" y="1"/>
                  </a:moveTo>
                  <a:cubicBezTo>
                    <a:pt x="93" y="1"/>
                    <a:pt x="0" y="93"/>
                    <a:pt x="0" y="200"/>
                  </a:cubicBezTo>
                  <a:lnTo>
                    <a:pt x="0" y="1821"/>
                  </a:lnTo>
                  <a:cubicBezTo>
                    <a:pt x="0" y="1927"/>
                    <a:pt x="93" y="2020"/>
                    <a:pt x="199" y="2020"/>
                  </a:cubicBezTo>
                  <a:lnTo>
                    <a:pt x="1820" y="2020"/>
                  </a:lnTo>
                  <a:cubicBezTo>
                    <a:pt x="1924" y="2020"/>
                    <a:pt x="2019" y="1927"/>
                    <a:pt x="2019" y="1821"/>
                  </a:cubicBezTo>
                  <a:lnTo>
                    <a:pt x="2019" y="200"/>
                  </a:lnTo>
                  <a:cubicBezTo>
                    <a:pt x="2019" y="93"/>
                    <a:pt x="1924" y="1"/>
                    <a:pt x="1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669;p80"/>
            <p:cNvSpPr/>
            <p:nvPr/>
          </p:nvSpPr>
          <p:spPr>
            <a:xfrm>
              <a:off x="4051573" y="1667387"/>
              <a:ext cx="101732" cy="6935"/>
            </a:xfrm>
            <a:custGeom>
              <a:avLst/>
              <a:gdLst/>
              <a:ahLst/>
              <a:cxnLst/>
              <a:rect l="l" t="t" r="r" b="b"/>
              <a:pathLst>
                <a:path w="1379" h="94" extrusionOk="0">
                  <a:moveTo>
                    <a:pt x="48" y="1"/>
                  </a:moveTo>
                  <a:cubicBezTo>
                    <a:pt x="23" y="1"/>
                    <a:pt x="1" y="23"/>
                    <a:pt x="1" y="48"/>
                  </a:cubicBezTo>
                  <a:cubicBezTo>
                    <a:pt x="1" y="71"/>
                    <a:pt x="23" y="93"/>
                    <a:pt x="48" y="93"/>
                  </a:cubicBezTo>
                  <a:lnTo>
                    <a:pt x="1331" y="93"/>
                  </a:lnTo>
                  <a:cubicBezTo>
                    <a:pt x="1353" y="93"/>
                    <a:pt x="1378" y="71"/>
                    <a:pt x="1378" y="48"/>
                  </a:cubicBezTo>
                  <a:cubicBezTo>
                    <a:pt x="1378" y="23"/>
                    <a:pt x="1353" y="1"/>
                    <a:pt x="1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670;p80"/>
            <p:cNvSpPr/>
            <p:nvPr/>
          </p:nvSpPr>
          <p:spPr>
            <a:xfrm>
              <a:off x="4051573" y="1704421"/>
              <a:ext cx="189522" cy="7082"/>
            </a:xfrm>
            <a:custGeom>
              <a:avLst/>
              <a:gdLst/>
              <a:ahLst/>
              <a:cxnLst/>
              <a:rect l="l" t="t" r="r" b="b"/>
              <a:pathLst>
                <a:path w="2569" h="96" extrusionOk="0">
                  <a:moveTo>
                    <a:pt x="48" y="0"/>
                  </a:moveTo>
                  <a:cubicBezTo>
                    <a:pt x="23" y="0"/>
                    <a:pt x="1" y="25"/>
                    <a:pt x="1" y="48"/>
                  </a:cubicBezTo>
                  <a:cubicBezTo>
                    <a:pt x="1" y="70"/>
                    <a:pt x="23" y="95"/>
                    <a:pt x="48" y="95"/>
                  </a:cubicBezTo>
                  <a:lnTo>
                    <a:pt x="2521" y="95"/>
                  </a:lnTo>
                  <a:cubicBezTo>
                    <a:pt x="2543" y="95"/>
                    <a:pt x="2569" y="70"/>
                    <a:pt x="2569" y="48"/>
                  </a:cubicBezTo>
                  <a:cubicBezTo>
                    <a:pt x="2569" y="25"/>
                    <a:pt x="2543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671;p80"/>
            <p:cNvSpPr/>
            <p:nvPr/>
          </p:nvSpPr>
          <p:spPr>
            <a:xfrm>
              <a:off x="4051573" y="1741381"/>
              <a:ext cx="189522" cy="7082"/>
            </a:xfrm>
            <a:custGeom>
              <a:avLst/>
              <a:gdLst/>
              <a:ahLst/>
              <a:cxnLst/>
              <a:rect l="l" t="t" r="r" b="b"/>
              <a:pathLst>
                <a:path w="2569" h="96" extrusionOk="0">
                  <a:moveTo>
                    <a:pt x="48" y="0"/>
                  </a:moveTo>
                  <a:cubicBezTo>
                    <a:pt x="23" y="0"/>
                    <a:pt x="1" y="26"/>
                    <a:pt x="1" y="48"/>
                  </a:cubicBezTo>
                  <a:cubicBezTo>
                    <a:pt x="1" y="70"/>
                    <a:pt x="23" y="96"/>
                    <a:pt x="48" y="96"/>
                  </a:cubicBezTo>
                  <a:lnTo>
                    <a:pt x="2521" y="96"/>
                  </a:lnTo>
                  <a:cubicBezTo>
                    <a:pt x="2543" y="96"/>
                    <a:pt x="2569" y="70"/>
                    <a:pt x="2569" y="48"/>
                  </a:cubicBezTo>
                  <a:cubicBezTo>
                    <a:pt x="2569" y="26"/>
                    <a:pt x="2543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672;p80"/>
            <p:cNvSpPr/>
            <p:nvPr/>
          </p:nvSpPr>
          <p:spPr>
            <a:xfrm>
              <a:off x="4051573" y="1778562"/>
              <a:ext cx="189522" cy="6861"/>
            </a:xfrm>
            <a:custGeom>
              <a:avLst/>
              <a:gdLst/>
              <a:ahLst/>
              <a:cxnLst/>
              <a:rect l="l" t="t" r="r" b="b"/>
              <a:pathLst>
                <a:path w="2569" h="93" extrusionOk="0">
                  <a:moveTo>
                    <a:pt x="48" y="0"/>
                  </a:moveTo>
                  <a:cubicBezTo>
                    <a:pt x="23" y="0"/>
                    <a:pt x="1" y="23"/>
                    <a:pt x="1" y="45"/>
                  </a:cubicBezTo>
                  <a:cubicBezTo>
                    <a:pt x="1" y="70"/>
                    <a:pt x="23" y="93"/>
                    <a:pt x="48" y="93"/>
                  </a:cubicBezTo>
                  <a:lnTo>
                    <a:pt x="2521" y="93"/>
                  </a:lnTo>
                  <a:cubicBezTo>
                    <a:pt x="2543" y="93"/>
                    <a:pt x="2569" y="70"/>
                    <a:pt x="2569" y="45"/>
                  </a:cubicBezTo>
                  <a:cubicBezTo>
                    <a:pt x="2569" y="23"/>
                    <a:pt x="2543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673;p80"/>
            <p:cNvSpPr/>
            <p:nvPr/>
          </p:nvSpPr>
          <p:spPr>
            <a:xfrm>
              <a:off x="4321800" y="1645108"/>
              <a:ext cx="7082" cy="155808"/>
            </a:xfrm>
            <a:custGeom>
              <a:avLst/>
              <a:gdLst/>
              <a:ahLst/>
              <a:cxnLst/>
              <a:rect l="l" t="t" r="r" b="b"/>
              <a:pathLst>
                <a:path w="96" h="2112" extrusionOk="0">
                  <a:moveTo>
                    <a:pt x="48" y="0"/>
                  </a:moveTo>
                  <a:cubicBezTo>
                    <a:pt x="26" y="0"/>
                    <a:pt x="0" y="23"/>
                    <a:pt x="0" y="45"/>
                  </a:cubicBezTo>
                  <a:lnTo>
                    <a:pt x="0" y="2064"/>
                  </a:lnTo>
                  <a:cubicBezTo>
                    <a:pt x="0" y="2089"/>
                    <a:pt x="26" y="2112"/>
                    <a:pt x="48" y="2112"/>
                  </a:cubicBezTo>
                  <a:cubicBezTo>
                    <a:pt x="70" y="2112"/>
                    <a:pt x="96" y="2089"/>
                    <a:pt x="96" y="2064"/>
                  </a:cubicBezTo>
                  <a:lnTo>
                    <a:pt x="96" y="45"/>
                  </a:lnTo>
                  <a:cubicBezTo>
                    <a:pt x="96" y="23"/>
                    <a:pt x="70" y="0"/>
                    <a:pt x="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674;p80"/>
            <p:cNvSpPr/>
            <p:nvPr/>
          </p:nvSpPr>
          <p:spPr>
            <a:xfrm>
              <a:off x="4402801" y="1651895"/>
              <a:ext cx="148135" cy="149020"/>
            </a:xfrm>
            <a:custGeom>
              <a:avLst/>
              <a:gdLst/>
              <a:ahLst/>
              <a:cxnLst/>
              <a:rect l="l" t="t" r="r" b="b"/>
              <a:pathLst>
                <a:path w="2008" h="2020" extrusionOk="0">
                  <a:moveTo>
                    <a:pt x="199" y="1"/>
                  </a:moveTo>
                  <a:cubicBezTo>
                    <a:pt x="81" y="1"/>
                    <a:pt x="0" y="93"/>
                    <a:pt x="0" y="200"/>
                  </a:cubicBezTo>
                  <a:lnTo>
                    <a:pt x="0" y="1821"/>
                  </a:lnTo>
                  <a:cubicBezTo>
                    <a:pt x="0" y="1927"/>
                    <a:pt x="81" y="2020"/>
                    <a:pt x="199" y="2020"/>
                  </a:cubicBezTo>
                  <a:lnTo>
                    <a:pt x="1820" y="2020"/>
                  </a:lnTo>
                  <a:cubicBezTo>
                    <a:pt x="1927" y="2020"/>
                    <a:pt x="2008" y="1927"/>
                    <a:pt x="2008" y="1821"/>
                  </a:cubicBezTo>
                  <a:lnTo>
                    <a:pt x="2008" y="200"/>
                  </a:lnTo>
                  <a:cubicBezTo>
                    <a:pt x="2008" y="93"/>
                    <a:pt x="1927" y="1"/>
                    <a:pt x="1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675;p80"/>
            <p:cNvSpPr/>
            <p:nvPr/>
          </p:nvSpPr>
          <p:spPr>
            <a:xfrm>
              <a:off x="4605011" y="1667387"/>
              <a:ext cx="101732" cy="6935"/>
            </a:xfrm>
            <a:custGeom>
              <a:avLst/>
              <a:gdLst/>
              <a:ahLst/>
              <a:cxnLst/>
              <a:rect l="l" t="t" r="r" b="b"/>
              <a:pathLst>
                <a:path w="1379" h="94" extrusionOk="0">
                  <a:moveTo>
                    <a:pt x="48" y="1"/>
                  </a:moveTo>
                  <a:cubicBezTo>
                    <a:pt x="26" y="1"/>
                    <a:pt x="1" y="23"/>
                    <a:pt x="1" y="48"/>
                  </a:cubicBezTo>
                  <a:cubicBezTo>
                    <a:pt x="1" y="71"/>
                    <a:pt x="26" y="93"/>
                    <a:pt x="48" y="93"/>
                  </a:cubicBezTo>
                  <a:lnTo>
                    <a:pt x="1331" y="93"/>
                  </a:lnTo>
                  <a:cubicBezTo>
                    <a:pt x="1356" y="93"/>
                    <a:pt x="1378" y="71"/>
                    <a:pt x="1378" y="48"/>
                  </a:cubicBezTo>
                  <a:cubicBezTo>
                    <a:pt x="1378" y="23"/>
                    <a:pt x="1356" y="1"/>
                    <a:pt x="1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676;p80"/>
            <p:cNvSpPr/>
            <p:nvPr/>
          </p:nvSpPr>
          <p:spPr>
            <a:xfrm>
              <a:off x="4605011" y="1704421"/>
              <a:ext cx="188710" cy="7082"/>
            </a:xfrm>
            <a:custGeom>
              <a:avLst/>
              <a:gdLst/>
              <a:ahLst/>
              <a:cxnLst/>
              <a:rect l="l" t="t" r="r" b="b"/>
              <a:pathLst>
                <a:path w="2558" h="96" extrusionOk="0">
                  <a:moveTo>
                    <a:pt x="48" y="0"/>
                  </a:moveTo>
                  <a:cubicBezTo>
                    <a:pt x="26" y="0"/>
                    <a:pt x="1" y="25"/>
                    <a:pt x="1" y="48"/>
                  </a:cubicBezTo>
                  <a:cubicBezTo>
                    <a:pt x="1" y="70"/>
                    <a:pt x="26" y="95"/>
                    <a:pt x="48" y="95"/>
                  </a:cubicBezTo>
                  <a:lnTo>
                    <a:pt x="2521" y="95"/>
                  </a:lnTo>
                  <a:cubicBezTo>
                    <a:pt x="2546" y="95"/>
                    <a:pt x="2557" y="70"/>
                    <a:pt x="2557" y="48"/>
                  </a:cubicBezTo>
                  <a:cubicBezTo>
                    <a:pt x="2557" y="25"/>
                    <a:pt x="2546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677;p80"/>
            <p:cNvSpPr/>
            <p:nvPr/>
          </p:nvSpPr>
          <p:spPr>
            <a:xfrm>
              <a:off x="4605011" y="1741381"/>
              <a:ext cx="188710" cy="7082"/>
            </a:xfrm>
            <a:custGeom>
              <a:avLst/>
              <a:gdLst/>
              <a:ahLst/>
              <a:cxnLst/>
              <a:rect l="l" t="t" r="r" b="b"/>
              <a:pathLst>
                <a:path w="2558" h="96" extrusionOk="0">
                  <a:moveTo>
                    <a:pt x="48" y="0"/>
                  </a:moveTo>
                  <a:cubicBezTo>
                    <a:pt x="26" y="0"/>
                    <a:pt x="1" y="26"/>
                    <a:pt x="1" y="48"/>
                  </a:cubicBezTo>
                  <a:cubicBezTo>
                    <a:pt x="1" y="70"/>
                    <a:pt x="26" y="96"/>
                    <a:pt x="48" y="96"/>
                  </a:cubicBezTo>
                  <a:lnTo>
                    <a:pt x="2521" y="96"/>
                  </a:lnTo>
                  <a:cubicBezTo>
                    <a:pt x="2546" y="96"/>
                    <a:pt x="2557" y="70"/>
                    <a:pt x="2557" y="48"/>
                  </a:cubicBezTo>
                  <a:cubicBezTo>
                    <a:pt x="2557" y="26"/>
                    <a:pt x="2546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678;p80"/>
            <p:cNvSpPr/>
            <p:nvPr/>
          </p:nvSpPr>
          <p:spPr>
            <a:xfrm>
              <a:off x="4605011" y="1778562"/>
              <a:ext cx="188710" cy="6861"/>
            </a:xfrm>
            <a:custGeom>
              <a:avLst/>
              <a:gdLst/>
              <a:ahLst/>
              <a:cxnLst/>
              <a:rect l="l" t="t" r="r" b="b"/>
              <a:pathLst>
                <a:path w="2558" h="93" extrusionOk="0">
                  <a:moveTo>
                    <a:pt x="48" y="0"/>
                  </a:moveTo>
                  <a:cubicBezTo>
                    <a:pt x="26" y="0"/>
                    <a:pt x="1" y="23"/>
                    <a:pt x="1" y="45"/>
                  </a:cubicBezTo>
                  <a:cubicBezTo>
                    <a:pt x="1" y="70"/>
                    <a:pt x="26" y="93"/>
                    <a:pt x="48" y="93"/>
                  </a:cubicBezTo>
                  <a:lnTo>
                    <a:pt x="2521" y="93"/>
                  </a:lnTo>
                  <a:cubicBezTo>
                    <a:pt x="2546" y="93"/>
                    <a:pt x="2557" y="70"/>
                    <a:pt x="2557" y="45"/>
                  </a:cubicBezTo>
                  <a:cubicBezTo>
                    <a:pt x="2557" y="23"/>
                    <a:pt x="2546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679;p80"/>
            <p:cNvSpPr/>
            <p:nvPr/>
          </p:nvSpPr>
          <p:spPr>
            <a:xfrm>
              <a:off x="4875459" y="1645108"/>
              <a:ext cx="6049" cy="155808"/>
            </a:xfrm>
            <a:custGeom>
              <a:avLst/>
              <a:gdLst/>
              <a:ahLst/>
              <a:cxnLst/>
              <a:rect l="l" t="t" r="r" b="b"/>
              <a:pathLst>
                <a:path w="82" h="2112" extrusionOk="0">
                  <a:moveTo>
                    <a:pt x="34" y="0"/>
                  </a:moveTo>
                  <a:cubicBezTo>
                    <a:pt x="11" y="0"/>
                    <a:pt x="0" y="23"/>
                    <a:pt x="0" y="45"/>
                  </a:cubicBezTo>
                  <a:lnTo>
                    <a:pt x="0" y="2064"/>
                  </a:lnTo>
                  <a:cubicBezTo>
                    <a:pt x="0" y="2089"/>
                    <a:pt x="11" y="2112"/>
                    <a:pt x="34" y="2112"/>
                  </a:cubicBezTo>
                  <a:cubicBezTo>
                    <a:pt x="70" y="2112"/>
                    <a:pt x="81" y="2089"/>
                    <a:pt x="81" y="2064"/>
                  </a:cubicBezTo>
                  <a:lnTo>
                    <a:pt x="81" y="45"/>
                  </a:lnTo>
                  <a:cubicBezTo>
                    <a:pt x="81" y="23"/>
                    <a:pt x="70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680;p80"/>
            <p:cNvSpPr/>
            <p:nvPr/>
          </p:nvSpPr>
          <p:spPr>
            <a:xfrm>
              <a:off x="4956166" y="1651895"/>
              <a:ext cx="148209" cy="149020"/>
            </a:xfrm>
            <a:custGeom>
              <a:avLst/>
              <a:gdLst/>
              <a:ahLst/>
              <a:cxnLst/>
              <a:rect l="l" t="t" r="r" b="b"/>
              <a:pathLst>
                <a:path w="2009" h="2020" extrusionOk="0">
                  <a:moveTo>
                    <a:pt x="189" y="1"/>
                  </a:moveTo>
                  <a:cubicBezTo>
                    <a:pt x="82" y="1"/>
                    <a:pt x="1" y="93"/>
                    <a:pt x="1" y="200"/>
                  </a:cubicBezTo>
                  <a:lnTo>
                    <a:pt x="1" y="1821"/>
                  </a:lnTo>
                  <a:cubicBezTo>
                    <a:pt x="1" y="1927"/>
                    <a:pt x="82" y="2020"/>
                    <a:pt x="189" y="2020"/>
                  </a:cubicBezTo>
                  <a:lnTo>
                    <a:pt x="1810" y="2020"/>
                  </a:lnTo>
                  <a:cubicBezTo>
                    <a:pt x="1928" y="2020"/>
                    <a:pt x="2009" y="1927"/>
                    <a:pt x="2009" y="1821"/>
                  </a:cubicBezTo>
                  <a:lnTo>
                    <a:pt x="2009" y="200"/>
                  </a:lnTo>
                  <a:cubicBezTo>
                    <a:pt x="2009" y="93"/>
                    <a:pt x="1928" y="1"/>
                    <a:pt x="18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681;p80"/>
            <p:cNvSpPr/>
            <p:nvPr/>
          </p:nvSpPr>
          <p:spPr>
            <a:xfrm>
              <a:off x="5158449" y="1667387"/>
              <a:ext cx="100847" cy="6935"/>
            </a:xfrm>
            <a:custGeom>
              <a:avLst/>
              <a:gdLst/>
              <a:ahLst/>
              <a:cxnLst/>
              <a:rect l="l" t="t" r="r" b="b"/>
              <a:pathLst>
                <a:path w="1367" h="94" extrusionOk="0">
                  <a:moveTo>
                    <a:pt x="48" y="1"/>
                  </a:moveTo>
                  <a:cubicBezTo>
                    <a:pt x="26" y="1"/>
                    <a:pt x="0" y="23"/>
                    <a:pt x="0" y="48"/>
                  </a:cubicBezTo>
                  <a:cubicBezTo>
                    <a:pt x="0" y="71"/>
                    <a:pt x="26" y="93"/>
                    <a:pt x="48" y="93"/>
                  </a:cubicBezTo>
                  <a:lnTo>
                    <a:pt x="1319" y="93"/>
                  </a:lnTo>
                  <a:cubicBezTo>
                    <a:pt x="1356" y="93"/>
                    <a:pt x="1367" y="71"/>
                    <a:pt x="1367" y="48"/>
                  </a:cubicBezTo>
                  <a:cubicBezTo>
                    <a:pt x="1367" y="23"/>
                    <a:pt x="1356" y="1"/>
                    <a:pt x="13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682;p80"/>
            <p:cNvSpPr/>
            <p:nvPr/>
          </p:nvSpPr>
          <p:spPr>
            <a:xfrm>
              <a:off x="5158449" y="1704421"/>
              <a:ext cx="188636" cy="7082"/>
            </a:xfrm>
            <a:custGeom>
              <a:avLst/>
              <a:gdLst/>
              <a:ahLst/>
              <a:cxnLst/>
              <a:rect l="l" t="t" r="r" b="b"/>
              <a:pathLst>
                <a:path w="2557" h="96" extrusionOk="0">
                  <a:moveTo>
                    <a:pt x="48" y="0"/>
                  </a:moveTo>
                  <a:cubicBezTo>
                    <a:pt x="26" y="0"/>
                    <a:pt x="0" y="25"/>
                    <a:pt x="0" y="48"/>
                  </a:cubicBezTo>
                  <a:cubicBezTo>
                    <a:pt x="0" y="70"/>
                    <a:pt x="26" y="95"/>
                    <a:pt x="48" y="95"/>
                  </a:cubicBezTo>
                  <a:lnTo>
                    <a:pt x="2509" y="95"/>
                  </a:lnTo>
                  <a:cubicBezTo>
                    <a:pt x="2546" y="95"/>
                    <a:pt x="2557" y="70"/>
                    <a:pt x="2557" y="48"/>
                  </a:cubicBezTo>
                  <a:cubicBezTo>
                    <a:pt x="2557" y="25"/>
                    <a:pt x="2546" y="0"/>
                    <a:pt x="2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683;p80"/>
            <p:cNvSpPr/>
            <p:nvPr/>
          </p:nvSpPr>
          <p:spPr>
            <a:xfrm>
              <a:off x="5158449" y="1741381"/>
              <a:ext cx="188636" cy="7082"/>
            </a:xfrm>
            <a:custGeom>
              <a:avLst/>
              <a:gdLst/>
              <a:ahLst/>
              <a:cxnLst/>
              <a:rect l="l" t="t" r="r" b="b"/>
              <a:pathLst>
                <a:path w="2557" h="96" extrusionOk="0">
                  <a:moveTo>
                    <a:pt x="48" y="0"/>
                  </a:moveTo>
                  <a:cubicBezTo>
                    <a:pt x="26" y="0"/>
                    <a:pt x="0" y="26"/>
                    <a:pt x="0" y="48"/>
                  </a:cubicBezTo>
                  <a:cubicBezTo>
                    <a:pt x="0" y="70"/>
                    <a:pt x="26" y="96"/>
                    <a:pt x="48" y="96"/>
                  </a:cubicBezTo>
                  <a:lnTo>
                    <a:pt x="2509" y="96"/>
                  </a:lnTo>
                  <a:cubicBezTo>
                    <a:pt x="2546" y="96"/>
                    <a:pt x="2557" y="70"/>
                    <a:pt x="2557" y="48"/>
                  </a:cubicBezTo>
                  <a:cubicBezTo>
                    <a:pt x="2557" y="26"/>
                    <a:pt x="2546" y="0"/>
                    <a:pt x="2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684;p80"/>
            <p:cNvSpPr/>
            <p:nvPr/>
          </p:nvSpPr>
          <p:spPr>
            <a:xfrm>
              <a:off x="5158449" y="1778562"/>
              <a:ext cx="188636" cy="6861"/>
            </a:xfrm>
            <a:custGeom>
              <a:avLst/>
              <a:gdLst/>
              <a:ahLst/>
              <a:cxnLst/>
              <a:rect l="l" t="t" r="r" b="b"/>
              <a:pathLst>
                <a:path w="2557" h="93" extrusionOk="0">
                  <a:moveTo>
                    <a:pt x="48" y="0"/>
                  </a:moveTo>
                  <a:cubicBezTo>
                    <a:pt x="26" y="0"/>
                    <a:pt x="0" y="23"/>
                    <a:pt x="0" y="45"/>
                  </a:cubicBezTo>
                  <a:cubicBezTo>
                    <a:pt x="0" y="70"/>
                    <a:pt x="26" y="93"/>
                    <a:pt x="48" y="93"/>
                  </a:cubicBezTo>
                  <a:lnTo>
                    <a:pt x="2509" y="93"/>
                  </a:lnTo>
                  <a:cubicBezTo>
                    <a:pt x="2546" y="93"/>
                    <a:pt x="2557" y="70"/>
                    <a:pt x="2557" y="45"/>
                  </a:cubicBezTo>
                  <a:cubicBezTo>
                    <a:pt x="2557" y="23"/>
                    <a:pt x="2546" y="0"/>
                    <a:pt x="2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685;p80"/>
            <p:cNvSpPr/>
            <p:nvPr/>
          </p:nvSpPr>
          <p:spPr>
            <a:xfrm>
              <a:off x="4748006" y="2080959"/>
              <a:ext cx="100847" cy="7082"/>
            </a:xfrm>
            <a:custGeom>
              <a:avLst/>
              <a:gdLst/>
              <a:ahLst/>
              <a:cxnLst/>
              <a:rect l="l" t="t" r="r" b="b"/>
              <a:pathLst>
                <a:path w="1367" h="96" extrusionOk="0">
                  <a:moveTo>
                    <a:pt x="48" y="0"/>
                  </a:moveTo>
                  <a:cubicBezTo>
                    <a:pt x="25" y="0"/>
                    <a:pt x="0" y="26"/>
                    <a:pt x="0" y="48"/>
                  </a:cubicBezTo>
                  <a:cubicBezTo>
                    <a:pt x="0" y="70"/>
                    <a:pt x="25" y="96"/>
                    <a:pt x="48" y="96"/>
                  </a:cubicBezTo>
                  <a:lnTo>
                    <a:pt x="1330" y="96"/>
                  </a:lnTo>
                  <a:cubicBezTo>
                    <a:pt x="1355" y="96"/>
                    <a:pt x="1367" y="70"/>
                    <a:pt x="1367" y="48"/>
                  </a:cubicBezTo>
                  <a:cubicBezTo>
                    <a:pt x="1367" y="26"/>
                    <a:pt x="1355" y="0"/>
                    <a:pt x="1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686;p80"/>
            <p:cNvSpPr/>
            <p:nvPr/>
          </p:nvSpPr>
          <p:spPr>
            <a:xfrm>
              <a:off x="4748006" y="2117920"/>
              <a:ext cx="323714" cy="7082"/>
            </a:xfrm>
            <a:custGeom>
              <a:avLst/>
              <a:gdLst/>
              <a:ahLst/>
              <a:cxnLst/>
              <a:rect l="l" t="t" r="r" b="b"/>
              <a:pathLst>
                <a:path w="4388" h="96" extrusionOk="0">
                  <a:moveTo>
                    <a:pt x="48" y="1"/>
                  </a:moveTo>
                  <a:cubicBezTo>
                    <a:pt x="25" y="1"/>
                    <a:pt x="0" y="26"/>
                    <a:pt x="0" y="48"/>
                  </a:cubicBezTo>
                  <a:cubicBezTo>
                    <a:pt x="0" y="71"/>
                    <a:pt x="25" y="96"/>
                    <a:pt x="48" y="96"/>
                  </a:cubicBezTo>
                  <a:lnTo>
                    <a:pt x="4340" y="96"/>
                  </a:lnTo>
                  <a:cubicBezTo>
                    <a:pt x="4366" y="96"/>
                    <a:pt x="4388" y="71"/>
                    <a:pt x="4388" y="48"/>
                  </a:cubicBezTo>
                  <a:cubicBezTo>
                    <a:pt x="4388" y="26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1687;p80"/>
            <p:cNvSpPr/>
            <p:nvPr/>
          </p:nvSpPr>
          <p:spPr>
            <a:xfrm>
              <a:off x="4748006" y="2155101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71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1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1688;p80"/>
            <p:cNvSpPr/>
            <p:nvPr/>
          </p:nvSpPr>
          <p:spPr>
            <a:xfrm>
              <a:off x="4748006" y="2192061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71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1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1689;p80"/>
            <p:cNvSpPr/>
            <p:nvPr/>
          </p:nvSpPr>
          <p:spPr>
            <a:xfrm>
              <a:off x="4748006" y="2232562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71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1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1690;p80"/>
            <p:cNvSpPr/>
            <p:nvPr/>
          </p:nvSpPr>
          <p:spPr>
            <a:xfrm>
              <a:off x="4748006" y="2271219"/>
              <a:ext cx="323714" cy="6861"/>
            </a:xfrm>
            <a:custGeom>
              <a:avLst/>
              <a:gdLst/>
              <a:ahLst/>
              <a:cxnLst/>
              <a:rect l="l" t="t" r="r" b="b"/>
              <a:pathLst>
                <a:path w="4388" h="93" extrusionOk="0">
                  <a:moveTo>
                    <a:pt x="48" y="0"/>
                  </a:moveTo>
                  <a:cubicBezTo>
                    <a:pt x="25" y="0"/>
                    <a:pt x="0" y="23"/>
                    <a:pt x="0" y="48"/>
                  </a:cubicBezTo>
                  <a:cubicBezTo>
                    <a:pt x="0" y="70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0"/>
                    <a:pt x="4388" y="48"/>
                  </a:cubicBezTo>
                  <a:cubicBezTo>
                    <a:pt x="4388" y="23"/>
                    <a:pt x="4366" y="0"/>
                    <a:pt x="4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1691;p80"/>
            <p:cNvSpPr/>
            <p:nvPr/>
          </p:nvSpPr>
          <p:spPr>
            <a:xfrm>
              <a:off x="4748006" y="2310023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82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82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1692;p80"/>
            <p:cNvSpPr/>
            <p:nvPr/>
          </p:nvSpPr>
          <p:spPr>
            <a:xfrm>
              <a:off x="5190466" y="2101244"/>
              <a:ext cx="651632" cy="873688"/>
            </a:xfrm>
            <a:custGeom>
              <a:avLst/>
              <a:gdLst/>
              <a:ahLst/>
              <a:cxnLst/>
              <a:rect l="l" t="t" r="r" b="b"/>
              <a:pathLst>
                <a:path w="8833" h="11843" extrusionOk="0">
                  <a:moveTo>
                    <a:pt x="2215" y="0"/>
                  </a:moveTo>
                  <a:lnTo>
                    <a:pt x="0" y="2218"/>
                  </a:lnTo>
                  <a:lnTo>
                    <a:pt x="0" y="11843"/>
                  </a:lnTo>
                  <a:lnTo>
                    <a:pt x="8832" y="11843"/>
                  </a:lnTo>
                  <a:lnTo>
                    <a:pt x="88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1693;p80"/>
            <p:cNvSpPr/>
            <p:nvPr/>
          </p:nvSpPr>
          <p:spPr>
            <a:xfrm>
              <a:off x="5190466" y="2101244"/>
              <a:ext cx="163480" cy="163701"/>
            </a:xfrm>
            <a:custGeom>
              <a:avLst/>
              <a:gdLst/>
              <a:ahLst/>
              <a:cxnLst/>
              <a:rect l="l" t="t" r="r" b="b"/>
              <a:pathLst>
                <a:path w="2216" h="2219" extrusionOk="0">
                  <a:moveTo>
                    <a:pt x="2215" y="0"/>
                  </a:moveTo>
                  <a:lnTo>
                    <a:pt x="0" y="2218"/>
                  </a:lnTo>
                  <a:lnTo>
                    <a:pt x="1317" y="2218"/>
                  </a:lnTo>
                  <a:cubicBezTo>
                    <a:pt x="1807" y="2218"/>
                    <a:pt x="2215" y="1820"/>
                    <a:pt x="2215" y="1330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1694;p80"/>
            <p:cNvSpPr/>
            <p:nvPr/>
          </p:nvSpPr>
          <p:spPr>
            <a:xfrm>
              <a:off x="5354682" y="2397293"/>
              <a:ext cx="322976" cy="6271"/>
            </a:xfrm>
            <a:custGeom>
              <a:avLst/>
              <a:gdLst/>
              <a:ahLst/>
              <a:cxnLst/>
              <a:rect l="l" t="t" r="r" b="b"/>
              <a:pathLst>
                <a:path w="4378" h="85" extrusionOk="0">
                  <a:moveTo>
                    <a:pt x="48" y="0"/>
                  </a:moveTo>
                  <a:cubicBezTo>
                    <a:pt x="15" y="0"/>
                    <a:pt x="1" y="14"/>
                    <a:pt x="1" y="36"/>
                  </a:cubicBezTo>
                  <a:cubicBezTo>
                    <a:pt x="1" y="70"/>
                    <a:pt x="15" y="84"/>
                    <a:pt x="48" y="84"/>
                  </a:cubicBezTo>
                  <a:lnTo>
                    <a:pt x="4330" y="84"/>
                  </a:lnTo>
                  <a:cubicBezTo>
                    <a:pt x="4355" y="84"/>
                    <a:pt x="4377" y="70"/>
                    <a:pt x="4377" y="36"/>
                  </a:cubicBezTo>
                  <a:cubicBezTo>
                    <a:pt x="4377" y="14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1695;p80"/>
            <p:cNvSpPr/>
            <p:nvPr/>
          </p:nvSpPr>
          <p:spPr>
            <a:xfrm>
              <a:off x="5354682" y="2433442"/>
              <a:ext cx="322976" cy="7082"/>
            </a:xfrm>
            <a:custGeom>
              <a:avLst/>
              <a:gdLst/>
              <a:ahLst/>
              <a:cxnLst/>
              <a:rect l="l" t="t" r="r" b="b"/>
              <a:pathLst>
                <a:path w="4378" h="96" extrusionOk="0">
                  <a:moveTo>
                    <a:pt x="48" y="0"/>
                  </a:moveTo>
                  <a:cubicBezTo>
                    <a:pt x="15" y="0"/>
                    <a:pt x="1" y="25"/>
                    <a:pt x="1" y="48"/>
                  </a:cubicBezTo>
                  <a:cubicBezTo>
                    <a:pt x="1" y="70"/>
                    <a:pt x="15" y="95"/>
                    <a:pt x="48" y="95"/>
                  </a:cubicBezTo>
                  <a:lnTo>
                    <a:pt x="4330" y="95"/>
                  </a:lnTo>
                  <a:cubicBezTo>
                    <a:pt x="4355" y="95"/>
                    <a:pt x="4377" y="70"/>
                    <a:pt x="4377" y="48"/>
                  </a:cubicBezTo>
                  <a:cubicBezTo>
                    <a:pt x="4377" y="25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1696;p80"/>
            <p:cNvSpPr/>
            <p:nvPr/>
          </p:nvSpPr>
          <p:spPr>
            <a:xfrm>
              <a:off x="5354682" y="2470623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0"/>
                  </a:moveTo>
                  <a:cubicBezTo>
                    <a:pt x="15" y="0"/>
                    <a:pt x="1" y="23"/>
                    <a:pt x="1" y="45"/>
                  </a:cubicBezTo>
                  <a:cubicBezTo>
                    <a:pt x="1" y="70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0"/>
                    <a:pt x="4377" y="45"/>
                  </a:cubicBezTo>
                  <a:cubicBezTo>
                    <a:pt x="4377" y="23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1697;p80"/>
            <p:cNvSpPr/>
            <p:nvPr/>
          </p:nvSpPr>
          <p:spPr>
            <a:xfrm>
              <a:off x="5354682" y="2507583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0"/>
                  </a:moveTo>
                  <a:cubicBezTo>
                    <a:pt x="15" y="0"/>
                    <a:pt x="1" y="23"/>
                    <a:pt x="1" y="45"/>
                  </a:cubicBezTo>
                  <a:cubicBezTo>
                    <a:pt x="1" y="70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0"/>
                    <a:pt x="4377" y="45"/>
                  </a:cubicBezTo>
                  <a:cubicBezTo>
                    <a:pt x="4377" y="23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1698;p80"/>
            <p:cNvSpPr/>
            <p:nvPr/>
          </p:nvSpPr>
          <p:spPr>
            <a:xfrm>
              <a:off x="5354682" y="2544543"/>
              <a:ext cx="322976" cy="6935"/>
            </a:xfrm>
            <a:custGeom>
              <a:avLst/>
              <a:gdLst/>
              <a:ahLst/>
              <a:cxnLst/>
              <a:rect l="l" t="t" r="r" b="b"/>
              <a:pathLst>
                <a:path w="4378" h="94" extrusionOk="0">
                  <a:moveTo>
                    <a:pt x="48" y="1"/>
                  </a:moveTo>
                  <a:cubicBezTo>
                    <a:pt x="15" y="1"/>
                    <a:pt x="1" y="23"/>
                    <a:pt x="1" y="48"/>
                  </a:cubicBezTo>
                  <a:cubicBezTo>
                    <a:pt x="1" y="71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1"/>
                    <a:pt x="4377" y="48"/>
                  </a:cubicBezTo>
                  <a:cubicBezTo>
                    <a:pt x="4377" y="23"/>
                    <a:pt x="4355" y="1"/>
                    <a:pt x="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1699;p80"/>
            <p:cNvSpPr/>
            <p:nvPr/>
          </p:nvSpPr>
          <p:spPr>
            <a:xfrm>
              <a:off x="5354682" y="2626357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1"/>
                  </a:moveTo>
                  <a:cubicBezTo>
                    <a:pt x="15" y="1"/>
                    <a:pt x="1" y="23"/>
                    <a:pt x="1" y="45"/>
                  </a:cubicBezTo>
                  <a:cubicBezTo>
                    <a:pt x="1" y="71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1"/>
                    <a:pt x="4377" y="45"/>
                  </a:cubicBezTo>
                  <a:cubicBezTo>
                    <a:pt x="4377" y="23"/>
                    <a:pt x="4355" y="1"/>
                    <a:pt x="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1700;p80"/>
            <p:cNvSpPr/>
            <p:nvPr/>
          </p:nvSpPr>
          <p:spPr>
            <a:xfrm>
              <a:off x="5354682" y="2663317"/>
              <a:ext cx="322976" cy="6935"/>
            </a:xfrm>
            <a:custGeom>
              <a:avLst/>
              <a:gdLst/>
              <a:ahLst/>
              <a:cxnLst/>
              <a:rect l="l" t="t" r="r" b="b"/>
              <a:pathLst>
                <a:path w="4378" h="94" extrusionOk="0">
                  <a:moveTo>
                    <a:pt x="48" y="1"/>
                  </a:moveTo>
                  <a:cubicBezTo>
                    <a:pt x="15" y="1"/>
                    <a:pt x="1" y="23"/>
                    <a:pt x="1" y="48"/>
                  </a:cubicBezTo>
                  <a:cubicBezTo>
                    <a:pt x="1" y="71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1"/>
                    <a:pt x="4377" y="48"/>
                  </a:cubicBezTo>
                  <a:cubicBezTo>
                    <a:pt x="4377" y="23"/>
                    <a:pt x="4355" y="1"/>
                    <a:pt x="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1701;p80"/>
            <p:cNvSpPr/>
            <p:nvPr/>
          </p:nvSpPr>
          <p:spPr>
            <a:xfrm>
              <a:off x="5354682" y="2700351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0"/>
                  </a:moveTo>
                  <a:cubicBezTo>
                    <a:pt x="15" y="0"/>
                    <a:pt x="1" y="11"/>
                    <a:pt x="1" y="48"/>
                  </a:cubicBezTo>
                  <a:cubicBezTo>
                    <a:pt x="1" y="70"/>
                    <a:pt x="15" y="92"/>
                    <a:pt x="48" y="92"/>
                  </a:cubicBezTo>
                  <a:lnTo>
                    <a:pt x="4330" y="92"/>
                  </a:lnTo>
                  <a:cubicBezTo>
                    <a:pt x="4355" y="92"/>
                    <a:pt x="4377" y="70"/>
                    <a:pt x="4377" y="48"/>
                  </a:cubicBezTo>
                  <a:cubicBezTo>
                    <a:pt x="4377" y="11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1702;p80"/>
            <p:cNvSpPr/>
            <p:nvPr/>
          </p:nvSpPr>
          <p:spPr>
            <a:xfrm>
              <a:off x="5354682" y="2737311"/>
              <a:ext cx="322976" cy="6049"/>
            </a:xfrm>
            <a:custGeom>
              <a:avLst/>
              <a:gdLst/>
              <a:ahLst/>
              <a:cxnLst/>
              <a:rect l="l" t="t" r="r" b="b"/>
              <a:pathLst>
                <a:path w="4378" h="82" extrusionOk="0">
                  <a:moveTo>
                    <a:pt x="48" y="0"/>
                  </a:moveTo>
                  <a:cubicBezTo>
                    <a:pt x="15" y="0"/>
                    <a:pt x="1" y="11"/>
                    <a:pt x="1" y="37"/>
                  </a:cubicBezTo>
                  <a:cubicBezTo>
                    <a:pt x="1" y="70"/>
                    <a:pt x="15" y="81"/>
                    <a:pt x="48" y="81"/>
                  </a:cubicBezTo>
                  <a:lnTo>
                    <a:pt x="4330" y="81"/>
                  </a:lnTo>
                  <a:cubicBezTo>
                    <a:pt x="4355" y="81"/>
                    <a:pt x="4377" y="70"/>
                    <a:pt x="4377" y="37"/>
                  </a:cubicBezTo>
                  <a:cubicBezTo>
                    <a:pt x="4377" y="11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1703;p80"/>
            <p:cNvSpPr/>
            <p:nvPr/>
          </p:nvSpPr>
          <p:spPr>
            <a:xfrm>
              <a:off x="5354682" y="2773459"/>
              <a:ext cx="322976" cy="7082"/>
            </a:xfrm>
            <a:custGeom>
              <a:avLst/>
              <a:gdLst/>
              <a:ahLst/>
              <a:cxnLst/>
              <a:rect l="l" t="t" r="r" b="b"/>
              <a:pathLst>
                <a:path w="4378" h="96" extrusionOk="0">
                  <a:moveTo>
                    <a:pt x="48" y="0"/>
                  </a:moveTo>
                  <a:cubicBezTo>
                    <a:pt x="15" y="0"/>
                    <a:pt x="1" y="26"/>
                    <a:pt x="1" y="48"/>
                  </a:cubicBezTo>
                  <a:cubicBezTo>
                    <a:pt x="1" y="70"/>
                    <a:pt x="15" y="96"/>
                    <a:pt x="48" y="96"/>
                  </a:cubicBezTo>
                  <a:lnTo>
                    <a:pt x="4330" y="96"/>
                  </a:lnTo>
                  <a:cubicBezTo>
                    <a:pt x="4355" y="96"/>
                    <a:pt x="4377" y="70"/>
                    <a:pt x="4377" y="48"/>
                  </a:cubicBezTo>
                  <a:cubicBezTo>
                    <a:pt x="4377" y="26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1704;p80"/>
            <p:cNvSpPr/>
            <p:nvPr/>
          </p:nvSpPr>
          <p:spPr>
            <a:xfrm>
              <a:off x="5358223" y="2310463"/>
              <a:ext cx="157652" cy="46624"/>
            </a:xfrm>
            <a:custGeom>
              <a:avLst/>
              <a:gdLst/>
              <a:ahLst/>
              <a:cxnLst/>
              <a:rect l="l" t="t" r="r" b="b"/>
              <a:pathLst>
                <a:path w="2137" h="632" extrusionOk="0">
                  <a:moveTo>
                    <a:pt x="0" y="1"/>
                  </a:moveTo>
                  <a:lnTo>
                    <a:pt x="0" y="631"/>
                  </a:lnTo>
                  <a:lnTo>
                    <a:pt x="2137" y="631"/>
                  </a:lnTo>
                  <a:lnTo>
                    <a:pt x="21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1705;p80"/>
            <p:cNvSpPr/>
            <p:nvPr/>
          </p:nvSpPr>
          <p:spPr>
            <a:xfrm>
              <a:off x="3301901" y="1881657"/>
              <a:ext cx="607812" cy="479521"/>
            </a:xfrm>
            <a:custGeom>
              <a:avLst/>
              <a:gdLst/>
              <a:ahLst/>
              <a:cxnLst/>
              <a:rect l="l" t="t" r="r" b="b"/>
              <a:pathLst>
                <a:path w="8239" h="6500" extrusionOk="0">
                  <a:moveTo>
                    <a:pt x="454" y="0"/>
                  </a:moveTo>
                  <a:cubicBezTo>
                    <a:pt x="211" y="0"/>
                    <a:pt x="1" y="210"/>
                    <a:pt x="1" y="456"/>
                  </a:cubicBezTo>
                  <a:lnTo>
                    <a:pt x="1" y="6043"/>
                  </a:lnTo>
                  <a:cubicBezTo>
                    <a:pt x="1" y="6289"/>
                    <a:pt x="211" y="6499"/>
                    <a:pt x="454" y="6499"/>
                  </a:cubicBezTo>
                  <a:lnTo>
                    <a:pt x="7771" y="6499"/>
                  </a:lnTo>
                  <a:cubicBezTo>
                    <a:pt x="8029" y="6499"/>
                    <a:pt x="8239" y="6289"/>
                    <a:pt x="8239" y="6043"/>
                  </a:cubicBezTo>
                  <a:lnTo>
                    <a:pt x="8239" y="456"/>
                  </a:lnTo>
                  <a:cubicBezTo>
                    <a:pt x="8239" y="210"/>
                    <a:pt x="8029" y="0"/>
                    <a:pt x="7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1706;p80"/>
            <p:cNvSpPr/>
            <p:nvPr/>
          </p:nvSpPr>
          <p:spPr>
            <a:xfrm>
              <a:off x="3301901" y="1881657"/>
              <a:ext cx="607812" cy="87863"/>
            </a:xfrm>
            <a:custGeom>
              <a:avLst/>
              <a:gdLst/>
              <a:ahLst/>
              <a:cxnLst/>
              <a:rect l="l" t="t" r="r" b="b"/>
              <a:pathLst>
                <a:path w="8239" h="1191" extrusionOk="0">
                  <a:moveTo>
                    <a:pt x="454" y="0"/>
                  </a:moveTo>
                  <a:cubicBezTo>
                    <a:pt x="211" y="0"/>
                    <a:pt x="1" y="210"/>
                    <a:pt x="1" y="456"/>
                  </a:cubicBezTo>
                  <a:lnTo>
                    <a:pt x="1" y="1190"/>
                  </a:lnTo>
                  <a:lnTo>
                    <a:pt x="8239" y="1190"/>
                  </a:lnTo>
                  <a:lnTo>
                    <a:pt x="8239" y="456"/>
                  </a:lnTo>
                  <a:cubicBezTo>
                    <a:pt x="8239" y="210"/>
                    <a:pt x="8029" y="0"/>
                    <a:pt x="77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1707;p80"/>
            <p:cNvSpPr/>
            <p:nvPr/>
          </p:nvSpPr>
          <p:spPr>
            <a:xfrm>
              <a:off x="3464495" y="2016734"/>
              <a:ext cx="282475" cy="283286"/>
            </a:xfrm>
            <a:custGeom>
              <a:avLst/>
              <a:gdLst/>
              <a:ahLst/>
              <a:cxnLst/>
              <a:rect l="l" t="t" r="r" b="b"/>
              <a:pathLst>
                <a:path w="3829" h="3840" extrusionOk="0">
                  <a:moveTo>
                    <a:pt x="1916" y="0"/>
                  </a:moveTo>
                  <a:cubicBezTo>
                    <a:pt x="1751" y="0"/>
                    <a:pt x="1599" y="26"/>
                    <a:pt x="1448" y="59"/>
                  </a:cubicBezTo>
                  <a:lnTo>
                    <a:pt x="1916" y="1927"/>
                  </a:lnTo>
                  <a:lnTo>
                    <a:pt x="1" y="2089"/>
                  </a:lnTo>
                  <a:cubicBezTo>
                    <a:pt x="85" y="3069"/>
                    <a:pt x="911" y="3839"/>
                    <a:pt x="1916" y="3839"/>
                  </a:cubicBezTo>
                  <a:cubicBezTo>
                    <a:pt x="2977" y="3839"/>
                    <a:pt x="3828" y="2988"/>
                    <a:pt x="3828" y="1927"/>
                  </a:cubicBezTo>
                  <a:cubicBezTo>
                    <a:pt x="3828" y="866"/>
                    <a:pt x="2977" y="0"/>
                    <a:pt x="1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1708;p80"/>
            <p:cNvSpPr/>
            <p:nvPr/>
          </p:nvSpPr>
          <p:spPr>
            <a:xfrm>
              <a:off x="3472315" y="2031415"/>
              <a:ext cx="124897" cy="131831"/>
            </a:xfrm>
            <a:custGeom>
              <a:avLst/>
              <a:gdLst/>
              <a:ahLst/>
              <a:cxnLst/>
              <a:rect l="l" t="t" r="r" b="b"/>
              <a:pathLst>
                <a:path w="1693" h="1787" extrusionOk="0">
                  <a:moveTo>
                    <a:pt x="1283" y="0"/>
                  </a:moveTo>
                  <a:cubicBezTo>
                    <a:pt x="550" y="188"/>
                    <a:pt x="1" y="851"/>
                    <a:pt x="1" y="1633"/>
                  </a:cubicBezTo>
                  <a:cubicBezTo>
                    <a:pt x="1" y="1680"/>
                    <a:pt x="12" y="1739"/>
                    <a:pt x="12" y="1787"/>
                  </a:cubicBezTo>
                  <a:lnTo>
                    <a:pt x="1692" y="1633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1709;p80"/>
            <p:cNvSpPr/>
            <p:nvPr/>
          </p:nvSpPr>
          <p:spPr>
            <a:xfrm>
              <a:off x="3341590" y="1914264"/>
              <a:ext cx="22353" cy="22574"/>
            </a:xfrm>
            <a:custGeom>
              <a:avLst/>
              <a:gdLst/>
              <a:ahLst/>
              <a:cxnLst/>
              <a:rect l="l" t="t" r="r" b="b"/>
              <a:pathLst>
                <a:path w="303" h="306" extrusionOk="0">
                  <a:moveTo>
                    <a:pt x="152" y="0"/>
                  </a:moveTo>
                  <a:cubicBezTo>
                    <a:pt x="56" y="0"/>
                    <a:pt x="0" y="70"/>
                    <a:pt x="0" y="154"/>
                  </a:cubicBezTo>
                  <a:cubicBezTo>
                    <a:pt x="0" y="247"/>
                    <a:pt x="56" y="306"/>
                    <a:pt x="152" y="306"/>
                  </a:cubicBezTo>
                  <a:cubicBezTo>
                    <a:pt x="233" y="306"/>
                    <a:pt x="303" y="247"/>
                    <a:pt x="303" y="154"/>
                  </a:cubicBezTo>
                  <a:cubicBezTo>
                    <a:pt x="303" y="70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1710;p80"/>
            <p:cNvSpPr/>
            <p:nvPr/>
          </p:nvSpPr>
          <p:spPr>
            <a:xfrm>
              <a:off x="3382903" y="1914264"/>
              <a:ext cx="22353" cy="22574"/>
            </a:xfrm>
            <a:custGeom>
              <a:avLst/>
              <a:gdLst/>
              <a:ahLst/>
              <a:cxnLst/>
              <a:rect l="l" t="t" r="r" b="b"/>
              <a:pathLst>
                <a:path w="303" h="306" extrusionOk="0">
                  <a:moveTo>
                    <a:pt x="152" y="0"/>
                  </a:moveTo>
                  <a:cubicBezTo>
                    <a:pt x="70" y="0"/>
                    <a:pt x="0" y="70"/>
                    <a:pt x="0" y="154"/>
                  </a:cubicBezTo>
                  <a:cubicBezTo>
                    <a:pt x="0" y="247"/>
                    <a:pt x="70" y="306"/>
                    <a:pt x="152" y="306"/>
                  </a:cubicBezTo>
                  <a:cubicBezTo>
                    <a:pt x="233" y="306"/>
                    <a:pt x="303" y="247"/>
                    <a:pt x="303" y="154"/>
                  </a:cubicBezTo>
                  <a:cubicBezTo>
                    <a:pt x="303" y="70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1711;p80"/>
            <p:cNvSpPr/>
            <p:nvPr/>
          </p:nvSpPr>
          <p:spPr>
            <a:xfrm>
              <a:off x="3424215" y="1914264"/>
              <a:ext cx="22353" cy="22574"/>
            </a:xfrm>
            <a:custGeom>
              <a:avLst/>
              <a:gdLst/>
              <a:ahLst/>
              <a:cxnLst/>
              <a:rect l="l" t="t" r="r" b="b"/>
              <a:pathLst>
                <a:path w="303" h="306" extrusionOk="0">
                  <a:moveTo>
                    <a:pt x="152" y="0"/>
                  </a:moveTo>
                  <a:cubicBezTo>
                    <a:pt x="70" y="0"/>
                    <a:pt x="0" y="70"/>
                    <a:pt x="0" y="154"/>
                  </a:cubicBezTo>
                  <a:cubicBezTo>
                    <a:pt x="0" y="247"/>
                    <a:pt x="70" y="306"/>
                    <a:pt x="152" y="306"/>
                  </a:cubicBezTo>
                  <a:cubicBezTo>
                    <a:pt x="233" y="306"/>
                    <a:pt x="303" y="247"/>
                    <a:pt x="303" y="154"/>
                  </a:cubicBezTo>
                  <a:cubicBezTo>
                    <a:pt x="303" y="70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712;p80"/>
            <p:cNvSpPr/>
            <p:nvPr/>
          </p:nvSpPr>
          <p:spPr>
            <a:xfrm>
              <a:off x="5161990" y="1265400"/>
              <a:ext cx="541490" cy="385756"/>
            </a:xfrm>
            <a:custGeom>
              <a:avLst/>
              <a:gdLst/>
              <a:ahLst/>
              <a:cxnLst/>
              <a:rect l="l" t="t" r="r" b="b"/>
              <a:pathLst>
                <a:path w="7340" h="5229" extrusionOk="0">
                  <a:moveTo>
                    <a:pt x="339" y="1"/>
                  </a:moveTo>
                  <a:cubicBezTo>
                    <a:pt x="151" y="1"/>
                    <a:pt x="0" y="152"/>
                    <a:pt x="0" y="339"/>
                  </a:cubicBezTo>
                  <a:lnTo>
                    <a:pt x="0" y="4890"/>
                  </a:lnTo>
                  <a:cubicBezTo>
                    <a:pt x="0" y="5077"/>
                    <a:pt x="151" y="5229"/>
                    <a:pt x="339" y="5229"/>
                  </a:cubicBezTo>
                  <a:lnTo>
                    <a:pt x="6989" y="5229"/>
                  </a:lnTo>
                  <a:cubicBezTo>
                    <a:pt x="7188" y="5229"/>
                    <a:pt x="7339" y="5077"/>
                    <a:pt x="7339" y="4890"/>
                  </a:cubicBezTo>
                  <a:lnTo>
                    <a:pt x="7339" y="339"/>
                  </a:lnTo>
                  <a:cubicBezTo>
                    <a:pt x="7339" y="152"/>
                    <a:pt x="7188" y="1"/>
                    <a:pt x="6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713;p80"/>
            <p:cNvSpPr/>
            <p:nvPr/>
          </p:nvSpPr>
          <p:spPr>
            <a:xfrm>
              <a:off x="5330706" y="1351345"/>
              <a:ext cx="223014" cy="213866"/>
            </a:xfrm>
            <a:custGeom>
              <a:avLst/>
              <a:gdLst/>
              <a:ahLst/>
              <a:cxnLst/>
              <a:rect l="l" t="t" r="r" b="b"/>
              <a:pathLst>
                <a:path w="3023" h="2899" extrusionOk="0">
                  <a:moveTo>
                    <a:pt x="360" y="1"/>
                  </a:moveTo>
                  <a:cubicBezTo>
                    <a:pt x="173" y="1"/>
                    <a:pt x="1" y="151"/>
                    <a:pt x="1" y="353"/>
                  </a:cubicBezTo>
                  <a:lnTo>
                    <a:pt x="1" y="2546"/>
                  </a:lnTo>
                  <a:cubicBezTo>
                    <a:pt x="1" y="2748"/>
                    <a:pt x="173" y="2898"/>
                    <a:pt x="360" y="2898"/>
                  </a:cubicBezTo>
                  <a:cubicBezTo>
                    <a:pt x="411" y="2898"/>
                    <a:pt x="463" y="2887"/>
                    <a:pt x="513" y="2862"/>
                  </a:cubicBezTo>
                  <a:lnTo>
                    <a:pt x="2753" y="1765"/>
                  </a:lnTo>
                  <a:cubicBezTo>
                    <a:pt x="3022" y="1636"/>
                    <a:pt x="3022" y="1263"/>
                    <a:pt x="2753" y="1135"/>
                  </a:cubicBezTo>
                  <a:lnTo>
                    <a:pt x="513" y="37"/>
                  </a:lnTo>
                  <a:cubicBezTo>
                    <a:pt x="463" y="12"/>
                    <a:pt x="411" y="1"/>
                    <a:pt x="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8" name="Google Shape;1714;p80"/>
            <p:cNvSpPr/>
            <p:nvPr/>
          </p:nvSpPr>
          <p:spPr>
            <a:xfrm>
              <a:off x="3296826" y="2440187"/>
              <a:ext cx="541471" cy="540722"/>
            </a:xfrm>
            <a:custGeom>
              <a:avLst/>
              <a:gdLst/>
              <a:ahLst/>
              <a:cxnLst/>
              <a:rect l="l" t="t" r="r" b="b"/>
              <a:pathLst>
                <a:path w="7959" h="7948" extrusionOk="0">
                  <a:moveTo>
                    <a:pt x="3980" y="3117"/>
                  </a:moveTo>
                  <a:cubicBezTo>
                    <a:pt x="4330" y="3117"/>
                    <a:pt x="4644" y="3341"/>
                    <a:pt x="4772" y="3666"/>
                  </a:cubicBezTo>
                  <a:cubicBezTo>
                    <a:pt x="4865" y="3924"/>
                    <a:pt x="4842" y="4193"/>
                    <a:pt x="4702" y="4425"/>
                  </a:cubicBezTo>
                  <a:cubicBezTo>
                    <a:pt x="4562" y="4646"/>
                    <a:pt x="4330" y="4797"/>
                    <a:pt x="4061" y="4823"/>
                  </a:cubicBezTo>
                  <a:cubicBezTo>
                    <a:pt x="4036" y="4825"/>
                    <a:pt x="4011" y="4826"/>
                    <a:pt x="3986" y="4826"/>
                  </a:cubicBezTo>
                  <a:cubicBezTo>
                    <a:pt x="3639" y="4826"/>
                    <a:pt x="3305" y="4612"/>
                    <a:pt x="3185" y="4285"/>
                  </a:cubicBezTo>
                  <a:cubicBezTo>
                    <a:pt x="3092" y="4027"/>
                    <a:pt x="3115" y="3761"/>
                    <a:pt x="3255" y="3526"/>
                  </a:cubicBezTo>
                  <a:cubicBezTo>
                    <a:pt x="3395" y="3305"/>
                    <a:pt x="3630" y="3154"/>
                    <a:pt x="3899" y="3131"/>
                  </a:cubicBezTo>
                  <a:cubicBezTo>
                    <a:pt x="3921" y="3117"/>
                    <a:pt x="3955" y="3117"/>
                    <a:pt x="3980" y="3117"/>
                  </a:cubicBezTo>
                  <a:close/>
                  <a:moveTo>
                    <a:pt x="3595" y="1"/>
                  </a:moveTo>
                  <a:cubicBezTo>
                    <a:pt x="3587" y="1"/>
                    <a:pt x="3579" y="2"/>
                    <a:pt x="3571" y="3"/>
                  </a:cubicBezTo>
                  <a:lnTo>
                    <a:pt x="2289" y="353"/>
                  </a:lnTo>
                  <a:cubicBezTo>
                    <a:pt x="2263" y="365"/>
                    <a:pt x="2241" y="376"/>
                    <a:pt x="2230" y="401"/>
                  </a:cubicBezTo>
                  <a:cubicBezTo>
                    <a:pt x="2219" y="424"/>
                    <a:pt x="2219" y="446"/>
                    <a:pt x="2230" y="471"/>
                  </a:cubicBezTo>
                  <a:lnTo>
                    <a:pt x="2485" y="1426"/>
                  </a:lnTo>
                  <a:cubicBezTo>
                    <a:pt x="2263" y="1566"/>
                    <a:pt x="2053" y="1717"/>
                    <a:pt x="1868" y="1916"/>
                  </a:cubicBezTo>
                  <a:lnTo>
                    <a:pt x="1003" y="1415"/>
                  </a:lnTo>
                  <a:cubicBezTo>
                    <a:pt x="991" y="1409"/>
                    <a:pt x="977" y="1406"/>
                    <a:pt x="964" y="1406"/>
                  </a:cubicBezTo>
                  <a:cubicBezTo>
                    <a:pt x="928" y="1406"/>
                    <a:pt x="893" y="1425"/>
                    <a:pt x="874" y="1451"/>
                  </a:cubicBezTo>
                  <a:lnTo>
                    <a:pt x="222" y="2605"/>
                  </a:lnTo>
                  <a:cubicBezTo>
                    <a:pt x="200" y="2652"/>
                    <a:pt x="211" y="2711"/>
                    <a:pt x="258" y="2734"/>
                  </a:cubicBezTo>
                  <a:lnTo>
                    <a:pt x="1121" y="3224"/>
                  </a:lnTo>
                  <a:cubicBezTo>
                    <a:pt x="1062" y="3481"/>
                    <a:pt x="1028" y="3736"/>
                    <a:pt x="1028" y="4005"/>
                  </a:cubicBezTo>
                  <a:lnTo>
                    <a:pt x="71" y="4274"/>
                  </a:lnTo>
                  <a:cubicBezTo>
                    <a:pt x="48" y="4274"/>
                    <a:pt x="23" y="4296"/>
                    <a:pt x="12" y="4307"/>
                  </a:cubicBezTo>
                  <a:cubicBezTo>
                    <a:pt x="1" y="4333"/>
                    <a:pt x="1" y="4355"/>
                    <a:pt x="1" y="4377"/>
                  </a:cubicBezTo>
                  <a:lnTo>
                    <a:pt x="362" y="5663"/>
                  </a:lnTo>
                  <a:cubicBezTo>
                    <a:pt x="372" y="5702"/>
                    <a:pt x="410" y="5735"/>
                    <a:pt x="451" y="5735"/>
                  </a:cubicBezTo>
                  <a:cubicBezTo>
                    <a:pt x="457" y="5735"/>
                    <a:pt x="462" y="5734"/>
                    <a:pt x="468" y="5733"/>
                  </a:cubicBezTo>
                  <a:lnTo>
                    <a:pt x="1434" y="5464"/>
                  </a:lnTo>
                  <a:cubicBezTo>
                    <a:pt x="1563" y="5685"/>
                    <a:pt x="1728" y="5895"/>
                    <a:pt x="1913" y="6083"/>
                  </a:cubicBezTo>
                  <a:lnTo>
                    <a:pt x="1423" y="6945"/>
                  </a:lnTo>
                  <a:cubicBezTo>
                    <a:pt x="1401" y="6993"/>
                    <a:pt x="1412" y="7052"/>
                    <a:pt x="1460" y="7074"/>
                  </a:cubicBezTo>
                  <a:lnTo>
                    <a:pt x="2613" y="7727"/>
                  </a:lnTo>
                  <a:cubicBezTo>
                    <a:pt x="2625" y="7735"/>
                    <a:pt x="2640" y="7739"/>
                    <a:pt x="2655" y="7739"/>
                  </a:cubicBezTo>
                  <a:cubicBezTo>
                    <a:pt x="2685" y="7739"/>
                    <a:pt x="2716" y="7723"/>
                    <a:pt x="2731" y="7693"/>
                  </a:cubicBezTo>
                  <a:lnTo>
                    <a:pt x="3232" y="6828"/>
                  </a:lnTo>
                  <a:cubicBezTo>
                    <a:pt x="3479" y="6898"/>
                    <a:pt x="3745" y="6923"/>
                    <a:pt x="4002" y="6923"/>
                  </a:cubicBezTo>
                  <a:lnTo>
                    <a:pt x="4271" y="7892"/>
                  </a:lnTo>
                  <a:cubicBezTo>
                    <a:pt x="4282" y="7914"/>
                    <a:pt x="4293" y="7925"/>
                    <a:pt x="4319" y="7937"/>
                  </a:cubicBezTo>
                  <a:cubicBezTo>
                    <a:pt x="4330" y="7948"/>
                    <a:pt x="4341" y="7948"/>
                    <a:pt x="4363" y="7948"/>
                  </a:cubicBezTo>
                  <a:lnTo>
                    <a:pt x="4389" y="7948"/>
                  </a:lnTo>
                  <a:lnTo>
                    <a:pt x="5660" y="7598"/>
                  </a:lnTo>
                  <a:cubicBezTo>
                    <a:pt x="5719" y="7587"/>
                    <a:pt x="5741" y="7528"/>
                    <a:pt x="5730" y="7483"/>
                  </a:cubicBezTo>
                  <a:lnTo>
                    <a:pt x="5461" y="6525"/>
                  </a:lnTo>
                  <a:cubicBezTo>
                    <a:pt x="5694" y="6385"/>
                    <a:pt x="5904" y="6223"/>
                    <a:pt x="6080" y="6035"/>
                  </a:cubicBezTo>
                  <a:lnTo>
                    <a:pt x="6954" y="6525"/>
                  </a:lnTo>
                  <a:cubicBezTo>
                    <a:pt x="6970" y="6537"/>
                    <a:pt x="6985" y="6543"/>
                    <a:pt x="7001" y="6543"/>
                  </a:cubicBezTo>
                  <a:cubicBezTo>
                    <a:pt x="7031" y="6543"/>
                    <a:pt x="7060" y="6521"/>
                    <a:pt x="7083" y="6492"/>
                  </a:cubicBezTo>
                  <a:lnTo>
                    <a:pt x="7735" y="5346"/>
                  </a:lnTo>
                  <a:cubicBezTo>
                    <a:pt x="7760" y="5302"/>
                    <a:pt x="7735" y="5243"/>
                    <a:pt x="7701" y="5218"/>
                  </a:cubicBezTo>
                  <a:lnTo>
                    <a:pt x="6825" y="4727"/>
                  </a:lnTo>
                  <a:cubicBezTo>
                    <a:pt x="6895" y="4473"/>
                    <a:pt x="6931" y="4204"/>
                    <a:pt x="6931" y="3946"/>
                  </a:cubicBezTo>
                  <a:lnTo>
                    <a:pt x="7889" y="3677"/>
                  </a:lnTo>
                  <a:cubicBezTo>
                    <a:pt x="7911" y="3666"/>
                    <a:pt x="7934" y="3655"/>
                    <a:pt x="7945" y="3633"/>
                  </a:cubicBezTo>
                  <a:cubicBezTo>
                    <a:pt x="7959" y="3621"/>
                    <a:pt x="7959" y="3585"/>
                    <a:pt x="7945" y="3563"/>
                  </a:cubicBezTo>
                  <a:lnTo>
                    <a:pt x="7595" y="2291"/>
                  </a:lnTo>
                  <a:cubicBezTo>
                    <a:pt x="7585" y="2251"/>
                    <a:pt x="7551" y="2218"/>
                    <a:pt x="7512" y="2218"/>
                  </a:cubicBezTo>
                  <a:cubicBezTo>
                    <a:pt x="7505" y="2218"/>
                    <a:pt x="7498" y="2219"/>
                    <a:pt x="7491" y="2221"/>
                  </a:cubicBezTo>
                  <a:lnTo>
                    <a:pt x="6522" y="2487"/>
                  </a:lnTo>
                  <a:cubicBezTo>
                    <a:pt x="6394" y="2255"/>
                    <a:pt x="6231" y="2056"/>
                    <a:pt x="6044" y="1871"/>
                  </a:cubicBezTo>
                  <a:lnTo>
                    <a:pt x="6534" y="995"/>
                  </a:lnTo>
                  <a:cubicBezTo>
                    <a:pt x="6559" y="961"/>
                    <a:pt x="6545" y="902"/>
                    <a:pt x="6500" y="877"/>
                  </a:cubicBezTo>
                  <a:lnTo>
                    <a:pt x="5344" y="225"/>
                  </a:lnTo>
                  <a:cubicBezTo>
                    <a:pt x="5329" y="217"/>
                    <a:pt x="5313" y="214"/>
                    <a:pt x="5297" y="214"/>
                  </a:cubicBezTo>
                  <a:cubicBezTo>
                    <a:pt x="5264" y="214"/>
                    <a:pt x="5232" y="229"/>
                    <a:pt x="5215" y="261"/>
                  </a:cubicBezTo>
                  <a:lnTo>
                    <a:pt x="4725" y="1124"/>
                  </a:lnTo>
                  <a:cubicBezTo>
                    <a:pt x="4470" y="1054"/>
                    <a:pt x="4212" y="1031"/>
                    <a:pt x="3943" y="1031"/>
                  </a:cubicBezTo>
                  <a:lnTo>
                    <a:pt x="3675" y="62"/>
                  </a:lnTo>
                  <a:cubicBezTo>
                    <a:pt x="3665" y="23"/>
                    <a:pt x="3633" y="1"/>
                    <a:pt x="3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9" name="Google Shape;1715;p80"/>
            <p:cNvSpPr/>
            <p:nvPr/>
          </p:nvSpPr>
          <p:spPr>
            <a:xfrm>
              <a:off x="3884700" y="2751770"/>
              <a:ext cx="351231" cy="349829"/>
            </a:xfrm>
            <a:custGeom>
              <a:avLst/>
              <a:gdLst/>
              <a:ahLst/>
              <a:cxnLst/>
              <a:rect l="l" t="t" r="r" b="b"/>
              <a:pathLst>
                <a:path w="4761" h="4742" extrusionOk="0">
                  <a:moveTo>
                    <a:pt x="2380" y="1904"/>
                  </a:moveTo>
                  <a:cubicBezTo>
                    <a:pt x="2414" y="1904"/>
                    <a:pt x="2462" y="1904"/>
                    <a:pt x="2495" y="1916"/>
                  </a:cubicBezTo>
                  <a:cubicBezTo>
                    <a:pt x="2649" y="1963"/>
                    <a:pt x="2775" y="2081"/>
                    <a:pt x="2823" y="2232"/>
                  </a:cubicBezTo>
                  <a:cubicBezTo>
                    <a:pt x="2870" y="2394"/>
                    <a:pt x="2823" y="2582"/>
                    <a:pt x="2694" y="2700"/>
                  </a:cubicBezTo>
                  <a:cubicBezTo>
                    <a:pt x="2608" y="2786"/>
                    <a:pt x="2493" y="2828"/>
                    <a:pt x="2377" y="2828"/>
                  </a:cubicBezTo>
                  <a:cubicBezTo>
                    <a:pt x="2339" y="2828"/>
                    <a:pt x="2300" y="2824"/>
                    <a:pt x="2263" y="2815"/>
                  </a:cubicBezTo>
                  <a:cubicBezTo>
                    <a:pt x="2112" y="2770"/>
                    <a:pt x="1994" y="2663"/>
                    <a:pt x="1935" y="2501"/>
                  </a:cubicBezTo>
                  <a:cubicBezTo>
                    <a:pt x="1890" y="2336"/>
                    <a:pt x="1935" y="2151"/>
                    <a:pt x="2064" y="2033"/>
                  </a:cubicBezTo>
                  <a:cubicBezTo>
                    <a:pt x="2145" y="1952"/>
                    <a:pt x="2263" y="1904"/>
                    <a:pt x="2380" y="1904"/>
                  </a:cubicBezTo>
                  <a:close/>
                  <a:moveTo>
                    <a:pt x="2566" y="0"/>
                  </a:moveTo>
                  <a:cubicBezTo>
                    <a:pt x="2528" y="0"/>
                    <a:pt x="2493" y="22"/>
                    <a:pt x="2484" y="62"/>
                  </a:cubicBezTo>
                  <a:lnTo>
                    <a:pt x="2344" y="600"/>
                  </a:lnTo>
                  <a:cubicBezTo>
                    <a:pt x="2204" y="611"/>
                    <a:pt x="2064" y="622"/>
                    <a:pt x="1935" y="656"/>
                  </a:cubicBezTo>
                  <a:lnTo>
                    <a:pt x="1655" y="179"/>
                  </a:lnTo>
                  <a:cubicBezTo>
                    <a:pt x="1639" y="153"/>
                    <a:pt x="1604" y="134"/>
                    <a:pt x="1568" y="134"/>
                  </a:cubicBezTo>
                  <a:cubicBezTo>
                    <a:pt x="1555" y="134"/>
                    <a:pt x="1541" y="137"/>
                    <a:pt x="1529" y="143"/>
                  </a:cubicBezTo>
                  <a:lnTo>
                    <a:pt x="863" y="541"/>
                  </a:lnTo>
                  <a:cubicBezTo>
                    <a:pt x="840" y="552"/>
                    <a:pt x="829" y="574"/>
                    <a:pt x="815" y="600"/>
                  </a:cubicBezTo>
                  <a:cubicBezTo>
                    <a:pt x="804" y="622"/>
                    <a:pt x="815" y="644"/>
                    <a:pt x="829" y="670"/>
                  </a:cubicBezTo>
                  <a:lnTo>
                    <a:pt x="1109" y="1146"/>
                  </a:lnTo>
                  <a:cubicBezTo>
                    <a:pt x="1014" y="1252"/>
                    <a:pt x="933" y="1356"/>
                    <a:pt x="863" y="1473"/>
                  </a:cubicBezTo>
                  <a:lnTo>
                    <a:pt x="325" y="1333"/>
                  </a:lnTo>
                  <a:cubicBezTo>
                    <a:pt x="318" y="1332"/>
                    <a:pt x="310" y="1331"/>
                    <a:pt x="304" y="1331"/>
                  </a:cubicBezTo>
                  <a:cubicBezTo>
                    <a:pt x="257" y="1331"/>
                    <a:pt x="220" y="1362"/>
                    <a:pt x="210" y="1403"/>
                  </a:cubicBezTo>
                  <a:lnTo>
                    <a:pt x="11" y="2151"/>
                  </a:lnTo>
                  <a:cubicBezTo>
                    <a:pt x="0" y="2196"/>
                    <a:pt x="34" y="2254"/>
                    <a:pt x="81" y="2266"/>
                  </a:cubicBezTo>
                  <a:lnTo>
                    <a:pt x="619" y="2406"/>
                  </a:lnTo>
                  <a:cubicBezTo>
                    <a:pt x="619" y="2546"/>
                    <a:pt x="641" y="2675"/>
                    <a:pt x="675" y="2815"/>
                  </a:cubicBezTo>
                  <a:lnTo>
                    <a:pt x="199" y="3095"/>
                  </a:lnTo>
                  <a:cubicBezTo>
                    <a:pt x="151" y="3120"/>
                    <a:pt x="140" y="3176"/>
                    <a:pt x="163" y="3223"/>
                  </a:cubicBezTo>
                  <a:lnTo>
                    <a:pt x="560" y="3890"/>
                  </a:lnTo>
                  <a:cubicBezTo>
                    <a:pt x="571" y="3912"/>
                    <a:pt x="594" y="3923"/>
                    <a:pt x="619" y="3935"/>
                  </a:cubicBezTo>
                  <a:cubicBezTo>
                    <a:pt x="641" y="3935"/>
                    <a:pt x="664" y="3935"/>
                    <a:pt x="689" y="3923"/>
                  </a:cubicBezTo>
                  <a:lnTo>
                    <a:pt x="1165" y="3643"/>
                  </a:lnTo>
                  <a:cubicBezTo>
                    <a:pt x="1260" y="3736"/>
                    <a:pt x="1375" y="3820"/>
                    <a:pt x="1493" y="3890"/>
                  </a:cubicBezTo>
                  <a:lnTo>
                    <a:pt x="1353" y="4425"/>
                  </a:lnTo>
                  <a:cubicBezTo>
                    <a:pt x="1341" y="4472"/>
                    <a:pt x="1364" y="4531"/>
                    <a:pt x="1411" y="4542"/>
                  </a:cubicBezTo>
                  <a:lnTo>
                    <a:pt x="2170" y="4730"/>
                  </a:lnTo>
                  <a:cubicBezTo>
                    <a:pt x="2182" y="4741"/>
                    <a:pt x="2182" y="4741"/>
                    <a:pt x="2193" y="4741"/>
                  </a:cubicBezTo>
                  <a:cubicBezTo>
                    <a:pt x="2229" y="4741"/>
                    <a:pt x="2274" y="4705"/>
                    <a:pt x="2274" y="4671"/>
                  </a:cubicBezTo>
                  <a:lnTo>
                    <a:pt x="2414" y="4133"/>
                  </a:lnTo>
                  <a:cubicBezTo>
                    <a:pt x="2554" y="4122"/>
                    <a:pt x="2694" y="4111"/>
                    <a:pt x="2823" y="4075"/>
                  </a:cubicBezTo>
                  <a:lnTo>
                    <a:pt x="3114" y="4553"/>
                  </a:lnTo>
                  <a:cubicBezTo>
                    <a:pt x="3125" y="4576"/>
                    <a:pt x="3139" y="4590"/>
                    <a:pt x="3162" y="4590"/>
                  </a:cubicBezTo>
                  <a:cubicBezTo>
                    <a:pt x="3173" y="4595"/>
                    <a:pt x="3185" y="4598"/>
                    <a:pt x="3197" y="4598"/>
                  </a:cubicBezTo>
                  <a:cubicBezTo>
                    <a:pt x="3209" y="4598"/>
                    <a:pt x="3220" y="4595"/>
                    <a:pt x="3232" y="4590"/>
                  </a:cubicBezTo>
                  <a:lnTo>
                    <a:pt x="3909" y="4192"/>
                  </a:lnTo>
                  <a:cubicBezTo>
                    <a:pt x="3943" y="4170"/>
                    <a:pt x="3965" y="4111"/>
                    <a:pt x="3932" y="4063"/>
                  </a:cubicBezTo>
                  <a:lnTo>
                    <a:pt x="3652" y="3585"/>
                  </a:lnTo>
                  <a:cubicBezTo>
                    <a:pt x="3755" y="3481"/>
                    <a:pt x="3839" y="3375"/>
                    <a:pt x="3909" y="3260"/>
                  </a:cubicBezTo>
                  <a:lnTo>
                    <a:pt x="4444" y="3400"/>
                  </a:lnTo>
                  <a:cubicBezTo>
                    <a:pt x="4450" y="3401"/>
                    <a:pt x="4456" y="3402"/>
                    <a:pt x="4462" y="3402"/>
                  </a:cubicBezTo>
                  <a:cubicBezTo>
                    <a:pt x="4503" y="3402"/>
                    <a:pt x="4541" y="3369"/>
                    <a:pt x="4551" y="3330"/>
                  </a:cubicBezTo>
                  <a:lnTo>
                    <a:pt x="4749" y="2582"/>
                  </a:lnTo>
                  <a:cubicBezTo>
                    <a:pt x="4761" y="2534"/>
                    <a:pt x="4735" y="2476"/>
                    <a:pt x="4679" y="2464"/>
                  </a:cubicBezTo>
                  <a:lnTo>
                    <a:pt x="4142" y="2324"/>
                  </a:lnTo>
                  <a:cubicBezTo>
                    <a:pt x="4142" y="2184"/>
                    <a:pt x="4119" y="2056"/>
                    <a:pt x="4083" y="1916"/>
                  </a:cubicBezTo>
                  <a:lnTo>
                    <a:pt x="4562" y="1636"/>
                  </a:lnTo>
                  <a:cubicBezTo>
                    <a:pt x="4584" y="1624"/>
                    <a:pt x="4595" y="1602"/>
                    <a:pt x="4609" y="1580"/>
                  </a:cubicBezTo>
                  <a:cubicBezTo>
                    <a:pt x="4621" y="1554"/>
                    <a:pt x="4609" y="1532"/>
                    <a:pt x="4595" y="1510"/>
                  </a:cubicBezTo>
                  <a:lnTo>
                    <a:pt x="4201" y="843"/>
                  </a:lnTo>
                  <a:cubicBezTo>
                    <a:pt x="4184" y="812"/>
                    <a:pt x="4154" y="796"/>
                    <a:pt x="4126" y="796"/>
                  </a:cubicBezTo>
                  <a:cubicBezTo>
                    <a:pt x="4110" y="796"/>
                    <a:pt x="4096" y="801"/>
                    <a:pt x="4083" y="810"/>
                  </a:cubicBezTo>
                  <a:lnTo>
                    <a:pt x="3604" y="1090"/>
                  </a:lnTo>
                  <a:cubicBezTo>
                    <a:pt x="3500" y="994"/>
                    <a:pt x="3394" y="913"/>
                    <a:pt x="3265" y="843"/>
                  </a:cubicBezTo>
                  <a:lnTo>
                    <a:pt x="3405" y="306"/>
                  </a:lnTo>
                  <a:cubicBezTo>
                    <a:pt x="3430" y="261"/>
                    <a:pt x="3394" y="202"/>
                    <a:pt x="3349" y="191"/>
                  </a:cubicBezTo>
                  <a:lnTo>
                    <a:pt x="2590" y="3"/>
                  </a:lnTo>
                  <a:cubicBezTo>
                    <a:pt x="2582" y="1"/>
                    <a:pt x="2574" y="0"/>
                    <a:pt x="25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0" name="Google Shape;1716;p80"/>
            <p:cNvSpPr/>
            <p:nvPr/>
          </p:nvSpPr>
          <p:spPr>
            <a:xfrm>
              <a:off x="4087765" y="1998337"/>
              <a:ext cx="541490" cy="385756"/>
            </a:xfrm>
            <a:custGeom>
              <a:avLst/>
              <a:gdLst/>
              <a:ahLst/>
              <a:cxnLst/>
              <a:rect l="l" t="t" r="r" b="b"/>
              <a:pathLst>
                <a:path w="7340" h="5229" extrusionOk="0">
                  <a:moveTo>
                    <a:pt x="339" y="1"/>
                  </a:moveTo>
                  <a:cubicBezTo>
                    <a:pt x="151" y="1"/>
                    <a:pt x="0" y="152"/>
                    <a:pt x="0" y="339"/>
                  </a:cubicBezTo>
                  <a:lnTo>
                    <a:pt x="0" y="4890"/>
                  </a:lnTo>
                  <a:cubicBezTo>
                    <a:pt x="0" y="5077"/>
                    <a:pt x="151" y="5229"/>
                    <a:pt x="339" y="5229"/>
                  </a:cubicBezTo>
                  <a:lnTo>
                    <a:pt x="6989" y="5229"/>
                  </a:lnTo>
                  <a:cubicBezTo>
                    <a:pt x="7188" y="5229"/>
                    <a:pt x="7339" y="5077"/>
                    <a:pt x="7339" y="4890"/>
                  </a:cubicBezTo>
                  <a:lnTo>
                    <a:pt x="7339" y="339"/>
                  </a:lnTo>
                  <a:cubicBezTo>
                    <a:pt x="7339" y="152"/>
                    <a:pt x="7188" y="1"/>
                    <a:pt x="6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1" name="Google Shape;1717;p80"/>
            <p:cNvSpPr/>
            <p:nvPr/>
          </p:nvSpPr>
          <p:spPr>
            <a:xfrm>
              <a:off x="4215975" y="2083350"/>
              <a:ext cx="279026" cy="222850"/>
            </a:xfrm>
            <a:custGeom>
              <a:avLst/>
              <a:gdLst/>
              <a:ahLst/>
              <a:cxnLst/>
              <a:rect l="l" t="t" r="r" b="b"/>
              <a:pathLst>
                <a:path w="3115" h="2488" extrusionOk="0">
                  <a:moveTo>
                    <a:pt x="2731" y="303"/>
                  </a:moveTo>
                  <a:cubicBezTo>
                    <a:pt x="2764" y="303"/>
                    <a:pt x="2801" y="340"/>
                    <a:pt x="2801" y="387"/>
                  </a:cubicBezTo>
                  <a:lnTo>
                    <a:pt x="2801" y="1493"/>
                  </a:lnTo>
                  <a:lnTo>
                    <a:pt x="2311" y="922"/>
                  </a:lnTo>
                  <a:cubicBezTo>
                    <a:pt x="2263" y="852"/>
                    <a:pt x="2182" y="830"/>
                    <a:pt x="2101" y="818"/>
                  </a:cubicBezTo>
                  <a:cubicBezTo>
                    <a:pt x="2017" y="818"/>
                    <a:pt x="1947" y="852"/>
                    <a:pt x="1891" y="922"/>
                  </a:cubicBezTo>
                  <a:lnTo>
                    <a:pt x="1317" y="1611"/>
                  </a:lnTo>
                  <a:lnTo>
                    <a:pt x="1132" y="1423"/>
                  </a:lnTo>
                  <a:cubicBezTo>
                    <a:pt x="1078" y="1371"/>
                    <a:pt x="1008" y="1346"/>
                    <a:pt x="938" y="1346"/>
                  </a:cubicBezTo>
                  <a:cubicBezTo>
                    <a:pt x="868" y="1346"/>
                    <a:pt x="798" y="1371"/>
                    <a:pt x="745" y="1423"/>
                  </a:cubicBezTo>
                  <a:lnTo>
                    <a:pt x="314" y="1857"/>
                  </a:lnTo>
                  <a:lnTo>
                    <a:pt x="314" y="387"/>
                  </a:lnTo>
                  <a:cubicBezTo>
                    <a:pt x="314" y="340"/>
                    <a:pt x="350" y="303"/>
                    <a:pt x="395" y="303"/>
                  </a:cubicBezTo>
                  <a:close/>
                  <a:moveTo>
                    <a:pt x="395" y="1"/>
                  </a:moveTo>
                  <a:cubicBezTo>
                    <a:pt x="174" y="1"/>
                    <a:pt x="0" y="177"/>
                    <a:pt x="0" y="387"/>
                  </a:cubicBezTo>
                  <a:lnTo>
                    <a:pt x="0" y="2101"/>
                  </a:lnTo>
                  <a:cubicBezTo>
                    <a:pt x="0" y="2311"/>
                    <a:pt x="174" y="2487"/>
                    <a:pt x="395" y="2487"/>
                  </a:cubicBezTo>
                  <a:lnTo>
                    <a:pt x="2731" y="2487"/>
                  </a:lnTo>
                  <a:cubicBezTo>
                    <a:pt x="2941" y="2487"/>
                    <a:pt x="3114" y="2311"/>
                    <a:pt x="3114" y="2101"/>
                  </a:cubicBezTo>
                  <a:lnTo>
                    <a:pt x="3114" y="387"/>
                  </a:lnTo>
                  <a:cubicBezTo>
                    <a:pt x="3114" y="177"/>
                    <a:pt x="2941" y="1"/>
                    <a:pt x="2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79"/>
          <p:cNvSpPr txBox="1">
            <a:spLocks noGrp="1"/>
          </p:cNvSpPr>
          <p:nvPr>
            <p:ph type="title"/>
          </p:nvPr>
        </p:nvSpPr>
        <p:spPr>
          <a:xfrm>
            <a:off x="698740" y="845388"/>
            <a:ext cx="7725310" cy="812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Franklin Gothic Demi" panose="020B0703020102020204" pitchFamily="34" charset="0"/>
              </a:rPr>
              <a:t>CORE</a:t>
            </a:r>
            <a:r>
              <a:rPr lang="en-US" spc="10" dirty="0">
                <a:latin typeface="Franklin Gothic Demi" panose="020B0703020102020204" pitchFamily="34" charset="0"/>
              </a:rPr>
              <a:t> </a:t>
            </a:r>
            <a:r>
              <a:rPr lang="en-US" dirty="0">
                <a:latin typeface="Franklin Gothic Demi" panose="020B0703020102020204" pitchFamily="34" charset="0"/>
              </a:rPr>
              <a:t>FEATURES:</a:t>
            </a:r>
            <a:r>
              <a:rPr lang="en-US" spc="35" dirty="0">
                <a:latin typeface="Franklin Gothic Demi" panose="020B0703020102020204" pitchFamily="34" charset="0"/>
              </a:rPr>
              <a:t> </a:t>
            </a:r>
            <a:r>
              <a:rPr lang="en-US" dirty="0">
                <a:latin typeface="Franklin Gothic Demi" panose="020B0703020102020204" pitchFamily="34" charset="0"/>
              </a:rPr>
              <a:t>WORKFLOW</a:t>
            </a:r>
            <a:r>
              <a:rPr lang="en-US" spc="65" dirty="0">
                <a:latin typeface="Franklin Gothic Demi" panose="020B0703020102020204" pitchFamily="34" charset="0"/>
              </a:rPr>
              <a:t> </a:t>
            </a:r>
            <a:r>
              <a:rPr lang="en-US" spc="-25" dirty="0">
                <a:latin typeface="Franklin Gothic Demi" panose="020B0703020102020204" pitchFamily="34" charset="0"/>
              </a:rPr>
              <a:t>AND </a:t>
            </a:r>
            <a:r>
              <a:rPr lang="en-US" spc="-10" dirty="0">
                <a:latin typeface="Franklin Gothic Demi" panose="020B0703020102020204" pitchFamily="34" charset="0"/>
              </a:rPr>
              <a:t>MANAGEMENT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1630" name="Google Shape;1630;p79"/>
          <p:cNvSpPr/>
          <p:nvPr/>
        </p:nvSpPr>
        <p:spPr>
          <a:xfrm>
            <a:off x="936800" y="3913999"/>
            <a:ext cx="297009" cy="296363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1" name="Google Shape;1631;p79"/>
          <p:cNvSpPr/>
          <p:nvPr/>
        </p:nvSpPr>
        <p:spPr>
          <a:xfrm>
            <a:off x="1336442" y="83172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2" name="Google Shape;1632;p79"/>
          <p:cNvSpPr/>
          <p:nvPr/>
        </p:nvSpPr>
        <p:spPr>
          <a:xfrm rot="10800000">
            <a:off x="7713251" y="1091121"/>
            <a:ext cx="338446" cy="338446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" name="object 13"/>
          <p:cNvGrpSpPr/>
          <p:nvPr/>
        </p:nvGrpSpPr>
        <p:grpSpPr>
          <a:xfrm>
            <a:off x="372020" y="1283924"/>
            <a:ext cx="3044040" cy="2034924"/>
            <a:chOff x="6755450" y="290494"/>
            <a:chExt cx="5104130" cy="3120390"/>
          </a:xfrm>
        </p:grpSpPr>
        <p:pic>
          <p:nvPicPr>
            <p:cNvPr id="11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55450" y="290494"/>
              <a:ext cx="5104123" cy="3120299"/>
            </a:xfrm>
            <a:prstGeom prst="rect">
              <a:avLst/>
            </a:prstGeom>
          </p:spPr>
        </p:pic>
        <p:pic>
          <p:nvPicPr>
            <p:cNvPr id="12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2007" y="457200"/>
              <a:ext cx="4785359" cy="2801112"/>
            </a:xfrm>
            <a:prstGeom prst="rect">
              <a:avLst/>
            </a:prstGeom>
          </p:spPr>
        </p:pic>
      </p:grpSp>
      <p:grpSp>
        <p:nvGrpSpPr>
          <p:cNvPr id="13" name="object 9"/>
          <p:cNvGrpSpPr/>
          <p:nvPr/>
        </p:nvGrpSpPr>
        <p:grpSpPr>
          <a:xfrm>
            <a:off x="5946395" y="2936097"/>
            <a:ext cx="2976073" cy="1955803"/>
            <a:chOff x="6832031" y="3726280"/>
            <a:chExt cx="5211445" cy="3131820"/>
          </a:xfrm>
        </p:grpSpPr>
        <p:pic>
          <p:nvPicPr>
            <p:cNvPr id="14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2031" y="3726280"/>
              <a:ext cx="5211438" cy="3131719"/>
            </a:xfrm>
            <a:prstGeom prst="rect">
              <a:avLst/>
            </a:prstGeom>
          </p:spPr>
        </p:pic>
        <p:pic>
          <p:nvPicPr>
            <p:cNvPr id="15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2112" y="3886200"/>
              <a:ext cx="4715256" cy="2667000"/>
            </a:xfrm>
            <a:prstGeom prst="rect">
              <a:avLst/>
            </a:prstGeom>
          </p:spPr>
        </p:pic>
      </p:grpSp>
      <p:sp>
        <p:nvSpPr>
          <p:cNvPr id="17" name="Rectangle: Rounded Corners 16"/>
          <p:cNvSpPr/>
          <p:nvPr/>
        </p:nvSpPr>
        <p:spPr>
          <a:xfrm>
            <a:off x="3503260" y="1933090"/>
            <a:ext cx="4615132" cy="81266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98450" indent="-285750"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56540" algn="l"/>
                <a:tab pos="542925" algn="l"/>
              </a:tabLst>
            </a:pPr>
            <a:r>
              <a:rPr lang="en-US" u="sng" spc="-3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Set</a:t>
            </a:r>
            <a:r>
              <a:rPr lang="en-US" u="sng" spc="-12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u="sng" spc="-45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category-</a:t>
            </a:r>
            <a:r>
              <a:rPr lang="en-US" u="sng" spc="-3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wise</a:t>
            </a:r>
            <a:r>
              <a:rPr lang="en-US" u="sng" spc="-14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u="sng" spc="-35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budgets</a:t>
            </a:r>
            <a:r>
              <a:rPr lang="en-US" u="sng" spc="-135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u="sng" spc="-2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u="sng" spc="-185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u="sng" spc="-1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track</a:t>
            </a:r>
            <a:r>
              <a:rPr lang="en-US" u="sng" spc="-225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u="sng" spc="-10" dirty="0">
                <a:uFill>
                  <a:solidFill>
                    <a:srgbClr val="D3D3D3"/>
                  </a:solidFill>
                </a:uFill>
                <a:latin typeface="Times New Roman" panose="02020603050405020304"/>
                <a:cs typeface="Times New Roman" panose="02020603050405020304"/>
              </a:rPr>
              <a:t>spending</a:t>
            </a:r>
            <a:r>
              <a:rPr lang="en-US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lang="en-US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time.</a:t>
            </a:r>
            <a:endParaRPr lang="en-US" spc="-20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56540" algn="l"/>
                <a:tab pos="542925" algn="l"/>
              </a:tabLst>
            </a:pP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Gain</a:t>
            </a:r>
            <a:r>
              <a:rPr lang="en-US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visual</a:t>
            </a:r>
            <a:r>
              <a:rPr lang="en-US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insights</a:t>
            </a:r>
            <a:r>
              <a:rPr lang="en-US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lang="en-US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35" dirty="0">
                <a:latin typeface="Times New Roman" panose="02020603050405020304"/>
                <a:cs typeface="Times New Roman" panose="02020603050405020304"/>
              </a:rPr>
              <a:t>smarter</a:t>
            </a:r>
            <a:r>
              <a:rPr lang="en-US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financial</a:t>
            </a:r>
            <a:r>
              <a:rPr lang="en-US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planning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698740" y="3476445"/>
            <a:ext cx="5147137" cy="88852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542925" indent="-286385">
              <a:spcBef>
                <a:spcPts val="1200"/>
              </a:spcBef>
              <a:buFont typeface="Microsoft Sans Serif" panose="020B0604020202020204"/>
              <a:buChar char="•"/>
              <a:tabLst>
                <a:tab pos="542925" algn="l"/>
              </a:tabLst>
            </a:pPr>
            <a:endParaRPr lang="en-US" spc="-45" dirty="0">
              <a:latin typeface="Times New Roman" panose="02020603050405020304"/>
              <a:cs typeface="Times New Roman" panose="02020603050405020304"/>
            </a:endParaRPr>
          </a:p>
          <a:p>
            <a:pPr marL="542925" indent="-286385">
              <a:spcBef>
                <a:spcPts val="1200"/>
              </a:spcBef>
              <a:buFont typeface="Microsoft Sans Serif" panose="020B0604020202020204"/>
              <a:buChar char="•"/>
              <a:tabLst>
                <a:tab pos="542925" algn="l"/>
              </a:tabLst>
            </a:pP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lang="en-US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recurring</a:t>
            </a:r>
            <a:r>
              <a:rPr lang="en-US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bills</a:t>
            </a:r>
            <a:r>
              <a:rPr lang="en-US" spc="-65" dirty="0">
                <a:latin typeface="Times New Roman" panose="02020603050405020304"/>
                <a:cs typeface="Times New Roman" panose="02020603050405020304"/>
              </a:rPr>
              <a:t> with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clear</a:t>
            </a:r>
            <a:r>
              <a:rPr lang="en-US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due-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date</a:t>
            </a:r>
            <a:r>
              <a:rPr lang="en-US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tracking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542925" indent="-286385">
              <a:spcBef>
                <a:spcPts val="1200"/>
              </a:spcBef>
              <a:buFont typeface="Microsoft Sans Serif" panose="020B0604020202020204"/>
              <a:buChar char="•"/>
              <a:tabLst>
                <a:tab pos="542925" algn="l"/>
              </a:tabLst>
            </a:pP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Receive</a:t>
            </a:r>
            <a:r>
              <a:rPr lang="en-US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automated</a:t>
            </a:r>
            <a:r>
              <a:rPr lang="en-US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reminders</a:t>
            </a:r>
            <a:r>
              <a:rPr lang="en-US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lang="en-US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35" dirty="0">
                <a:latin typeface="Times New Roman" panose="02020603050405020304"/>
                <a:cs typeface="Times New Roman" panose="02020603050405020304"/>
              </a:rPr>
              <a:t>avoid</a:t>
            </a:r>
            <a:r>
              <a:rPr lang="en-US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missed 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payments(Auto-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pay</a:t>
            </a:r>
            <a:r>
              <a:rPr lang="en-US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option</a:t>
            </a:r>
            <a:r>
              <a:rPr lang="en-US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lang="en-US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bills).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542925" indent="-286385">
              <a:spcBef>
                <a:spcPts val="1200"/>
              </a:spcBef>
              <a:buFont typeface="Microsoft Sans Serif" panose="020B0604020202020204"/>
              <a:buChar char="•"/>
              <a:tabLst>
                <a:tab pos="542925" algn="l"/>
              </a:tabLst>
            </a:pP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6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80"/>
          <p:cNvSpPr/>
          <p:nvPr/>
        </p:nvSpPr>
        <p:spPr>
          <a:xfrm>
            <a:off x="3966487" y="3172001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Rectangle: Rounded Corners 5"/>
          <p:cNvSpPr/>
          <p:nvPr/>
        </p:nvSpPr>
        <p:spPr>
          <a:xfrm>
            <a:off x="1199497" y="869186"/>
            <a:ext cx="2892378" cy="175766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Transactions</a:t>
            </a:r>
            <a:r>
              <a:rPr lang="en-IN" b="1" spc="-70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1" spc="-10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Management:</a:t>
            </a:r>
            <a:endParaRPr lang="en-IN" b="1" spc="-10" dirty="0">
              <a:solidFill>
                <a:schemeClr val="accent2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spcBef>
                <a:spcPts val="100"/>
              </a:spcBef>
            </a:pP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IN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en-IN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Edit</a:t>
            </a:r>
            <a:r>
              <a:rPr lang="en-IN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en-IN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Delete</a:t>
            </a:r>
            <a:r>
              <a:rPr lang="en-IN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transactions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Credit</a:t>
            </a:r>
            <a:r>
              <a:rPr lang="en-IN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IN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Debit</a:t>
            </a:r>
            <a:r>
              <a:rPr lang="en-IN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classification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Category</a:t>
            </a:r>
            <a:r>
              <a:rPr lang="en-IN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assignment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CSV</a:t>
            </a:r>
            <a:r>
              <a:rPr lang="en-IN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Import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Export</a:t>
            </a:r>
            <a:r>
              <a:rPr lang="en-IN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to PDF</a:t>
            </a:r>
            <a:r>
              <a:rPr lang="en-IN" spc="-4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IN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CSV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IN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lang="en-IN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lang="en-IN" spc="5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updates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89160" y="869186"/>
            <a:ext cx="3091378" cy="1869590"/>
          </a:xfrm>
          <a:prstGeom prst="rect">
            <a:avLst/>
          </a:prstGeom>
        </p:spPr>
      </p:pic>
      <p:pic>
        <p:nvPicPr>
          <p:cNvPr id="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87" y="2832475"/>
            <a:ext cx="2725832" cy="1869590"/>
          </a:xfrm>
          <a:prstGeom prst="rect">
            <a:avLst/>
          </a:prstGeom>
        </p:spPr>
      </p:pic>
      <p:sp>
        <p:nvSpPr>
          <p:cNvPr id="9" name="Rectangle: Rounded Corners 8"/>
          <p:cNvSpPr/>
          <p:nvPr/>
        </p:nvSpPr>
        <p:spPr>
          <a:xfrm>
            <a:off x="4658264" y="3131389"/>
            <a:ext cx="3769744" cy="162682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Rewards</a:t>
            </a:r>
            <a:r>
              <a:rPr lang="en-US" spc="10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lang="en-US" spc="5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Points</a:t>
            </a:r>
            <a:r>
              <a:rPr lang="en-US" spc="-30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System</a:t>
            </a:r>
            <a:r>
              <a:rPr lang="en-US" spc="-5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pc="-50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/>
                <a:cs typeface="Microsoft Sans Serif" panose="020B0604020202020204"/>
              </a:rPr>
              <a:t>: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>
              <a:spcBef>
                <a:spcPts val="125"/>
              </a:spcBef>
            </a:pPr>
            <a:endParaRPr lang="en-US" dirty="0">
              <a:latin typeface="Microsoft Sans Serif" panose="020B0604020202020204"/>
              <a:cs typeface="Microsoft Sans Serif" panose="020B06040202020202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Earn</a:t>
            </a:r>
            <a:r>
              <a:rPr lang="en-US" spc="-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points</a:t>
            </a:r>
            <a:r>
              <a:rPr lang="en-US" spc="-1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lang="en-US" spc="-1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transactions</a:t>
            </a:r>
            <a:endParaRPr lang="en-US" dirty="0">
              <a:latin typeface="Microsoft Sans Serif" panose="020B0604020202020204"/>
              <a:cs typeface="Microsoft Sans Serif" panose="020B0604020202020204"/>
            </a:endParaRPr>
          </a:p>
          <a:p>
            <a:pPr marL="298450" indent="-28575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10</a:t>
            </a:r>
            <a:r>
              <a:rPr lang="en-US" spc="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points</a:t>
            </a:r>
            <a:r>
              <a:rPr lang="en-US" spc="-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=</a:t>
            </a:r>
            <a:r>
              <a:rPr lang="en-US" spc="3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₹1</a:t>
            </a:r>
            <a:r>
              <a:rPr lang="en-US" spc="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redeemable</a:t>
            </a:r>
            <a:endParaRPr lang="en-US" dirty="0">
              <a:latin typeface="Microsoft Sans Serif" panose="020B0604020202020204"/>
              <a:cs typeface="Microsoft Sans Serif" panose="020B06040202020202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Redeem</a:t>
            </a:r>
            <a:r>
              <a:rPr lang="en-US" spc="-1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lang="en-US" spc="3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selected</a:t>
            </a:r>
            <a:r>
              <a:rPr lang="en-US" spc="-4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account</a:t>
            </a:r>
            <a:endParaRPr lang="en-US" dirty="0">
              <a:latin typeface="Microsoft Sans Serif" panose="020B0604020202020204"/>
              <a:cs typeface="Microsoft Sans Serif" panose="020B06040202020202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Reward</a:t>
            </a:r>
            <a:r>
              <a:rPr lang="en-US" spc="-1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level</a:t>
            </a:r>
            <a:r>
              <a:rPr lang="en-US" spc="-3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classification</a:t>
            </a:r>
            <a:r>
              <a:rPr lang="en-US" spc="-9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(Bronze</a:t>
            </a:r>
            <a:r>
              <a:rPr lang="en-US" spc="-3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→</a:t>
            </a:r>
            <a:r>
              <a:rPr lang="en-US" spc="-15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Microsoft Sans Serif" panose="020B0604020202020204"/>
                <a:cs typeface="Microsoft Sans Serif" panose="020B0604020202020204"/>
              </a:rPr>
              <a:t>Platinum)</a:t>
            </a:r>
            <a:endParaRPr lang="en-US" dirty="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83"/>
          <p:cNvSpPr/>
          <p:nvPr/>
        </p:nvSpPr>
        <p:spPr>
          <a:xfrm>
            <a:off x="902825" y="15214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4" name="Google Shape;1794;p83"/>
          <p:cNvSpPr/>
          <p:nvPr/>
        </p:nvSpPr>
        <p:spPr>
          <a:xfrm>
            <a:off x="1259250" y="1994875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" name="object 4"/>
          <p:cNvGrpSpPr/>
          <p:nvPr/>
        </p:nvGrpSpPr>
        <p:grpSpPr>
          <a:xfrm>
            <a:off x="5908760" y="351076"/>
            <a:ext cx="2623100" cy="2637925"/>
            <a:chOff x="7120128" y="0"/>
            <a:chExt cx="5024120" cy="4676775"/>
          </a:xfrm>
        </p:grpSpPr>
        <p:pic>
          <p:nvPicPr>
            <p:cNvPr id="3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120128" y="0"/>
              <a:ext cx="5023993" cy="4676648"/>
            </a:xfrm>
            <a:prstGeom prst="rect">
              <a:avLst/>
            </a:prstGeom>
          </p:spPr>
        </p:pic>
        <p:pic>
          <p:nvPicPr>
            <p:cNvPr id="4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200" y="152400"/>
              <a:ext cx="4648200" cy="4343400"/>
            </a:xfrm>
            <a:prstGeom prst="rect">
              <a:avLst/>
            </a:prstGeom>
          </p:spPr>
        </p:pic>
      </p:grpSp>
      <p:sp>
        <p:nvSpPr>
          <p:cNvPr id="5" name="Rectangle: Rounded Corners 4"/>
          <p:cNvSpPr/>
          <p:nvPr/>
        </p:nvSpPr>
        <p:spPr>
          <a:xfrm>
            <a:off x="1760127" y="967553"/>
            <a:ext cx="3829519" cy="138885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2700">
              <a:spcBef>
                <a:spcPts val="95"/>
              </a:spcBef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Financial</a:t>
            </a:r>
            <a:r>
              <a:rPr lang="en-US" b="1" spc="-45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Insights</a:t>
            </a:r>
            <a:r>
              <a:rPr lang="en-US" b="1" spc="-30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b="1" spc="-50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buFont typeface="Microsoft Sans Serif" panose="020B0604020202020204"/>
              <a:buChar char="•"/>
              <a:tabLst>
                <a:tab pos="356870" algn="l"/>
              </a:tabLst>
            </a:pP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Monthly</a:t>
            </a:r>
            <a:r>
              <a:rPr lang="en-US" spc="-65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Income</a:t>
            </a:r>
            <a:r>
              <a:rPr lang="en-US" spc="-25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vs</a:t>
            </a:r>
            <a:r>
              <a:rPr lang="en-US" spc="-75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Expenses</a:t>
            </a:r>
            <a:r>
              <a:rPr lang="en-US" spc="-3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chart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buFont typeface="Microsoft Sans Serif" panose="020B0604020202020204"/>
              <a:buChar char="•"/>
              <a:tabLst>
                <a:tab pos="356870" algn="l"/>
              </a:tabLst>
            </a:pP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Burn</a:t>
            </a:r>
            <a:r>
              <a:rPr lang="en-US" spc="-35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Rate</a:t>
            </a:r>
            <a:r>
              <a:rPr lang="en-US" spc="-35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analysis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buFont typeface="Microsoft Sans Serif" panose="020B0604020202020204"/>
              <a:buChar char="•"/>
              <a:tabLst>
                <a:tab pos="356870" algn="l"/>
              </a:tabLst>
            </a:pP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Top</a:t>
            </a:r>
            <a:r>
              <a:rPr lang="en-US" spc="-9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merchants </a:t>
            </a:r>
            <a:r>
              <a:rPr lang="en-US" spc="-1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analysis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buFont typeface="Microsoft Sans Serif" panose="020B0604020202020204"/>
              <a:buChar char="•"/>
              <a:tabLst>
                <a:tab pos="356870" algn="l"/>
              </a:tabLst>
            </a:pP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Spending</a:t>
            </a:r>
            <a:r>
              <a:rPr lang="en-US" spc="-4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US" spc="-4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category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spcBef>
                <a:spcPts val="5"/>
              </a:spcBef>
              <a:buFont typeface="Microsoft Sans Serif" panose="020B0604020202020204"/>
              <a:buChar char="•"/>
              <a:tabLst>
                <a:tab pos="356870" algn="l"/>
              </a:tabLst>
            </a:pPr>
            <a:r>
              <a:rPr lang="en-US" spc="-2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Data-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lang="en-US" spc="-25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financial</a:t>
            </a:r>
            <a:r>
              <a:rPr lang="en-US" spc="1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17375E"/>
                </a:solidFill>
                <a:latin typeface="Times New Roman" panose="02020603050405020304"/>
                <a:cs typeface="Times New Roman" panose="02020603050405020304"/>
              </a:rPr>
              <a:t>planning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" name="object 7"/>
          <p:cNvGrpSpPr/>
          <p:nvPr/>
        </p:nvGrpSpPr>
        <p:grpSpPr>
          <a:xfrm>
            <a:off x="555568" y="2571750"/>
            <a:ext cx="3666227" cy="2198266"/>
            <a:chOff x="0" y="3224809"/>
            <a:chExt cx="6089650" cy="3633470"/>
          </a:xfrm>
        </p:grpSpPr>
        <p:pic>
          <p:nvPicPr>
            <p:cNvPr id="7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24809"/>
              <a:ext cx="6089142" cy="3633190"/>
            </a:xfrm>
            <a:prstGeom prst="rect">
              <a:avLst/>
            </a:prstGeom>
          </p:spPr>
        </p:pic>
        <p:pic>
          <p:nvPicPr>
            <p:cNvPr id="8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422903"/>
              <a:ext cx="5638800" cy="3276600"/>
            </a:xfrm>
            <a:prstGeom prst="rect">
              <a:avLst/>
            </a:prstGeom>
          </p:spPr>
        </p:pic>
      </p:grpSp>
      <p:sp>
        <p:nvSpPr>
          <p:cNvPr id="9" name="Rectangle: Rounded Corners 8"/>
          <p:cNvSpPr/>
          <p:nvPr/>
        </p:nvSpPr>
        <p:spPr>
          <a:xfrm>
            <a:off x="4267365" y="3018115"/>
            <a:ext cx="4329852" cy="177430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63830" indent="-151130">
              <a:lnSpc>
                <a:spcPts val="2305"/>
              </a:lnSpc>
              <a:spcBef>
                <a:spcPts val="90"/>
              </a:spcBef>
              <a:buChar char="•"/>
              <a:tabLst>
                <a:tab pos="163830" algn="l"/>
              </a:tabLst>
            </a:pP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lang="en-US" spc="-6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greeting</a:t>
            </a:r>
            <a:r>
              <a:rPr lang="en-US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(Hi</a:t>
            </a:r>
            <a:r>
              <a:rPr lang="en-US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i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lang="en-US" i="1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i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Name</a:t>
            </a:r>
            <a:r>
              <a:rPr lang="en-US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63830" indent="-151130">
              <a:lnSpc>
                <a:spcPts val="2210"/>
              </a:lnSpc>
              <a:buChar char="•"/>
              <a:tabLst>
                <a:tab pos="163830" algn="l"/>
              </a:tabLst>
            </a:pPr>
            <a:r>
              <a:rPr lang="en-US" spc="-40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2️</a:t>
            </a:r>
            <a:r>
              <a:rPr lang="en-US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200 </a:t>
            </a:r>
            <a:r>
              <a:rPr lang="en-US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rule-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based</a:t>
            </a:r>
            <a:r>
              <a:rPr lang="en-US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query</a:t>
            </a:r>
            <a:r>
              <a:rPr lang="en-US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support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63830" indent="-151130">
              <a:lnSpc>
                <a:spcPts val="2210"/>
              </a:lnSpc>
              <a:buChar char="•"/>
              <a:tabLst>
                <a:tab pos="163830" algn="l"/>
              </a:tabLst>
            </a:pP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Covers</a:t>
            </a:r>
            <a:r>
              <a:rPr lang="en-US" spc="-5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Accounts,</a:t>
            </a:r>
            <a:r>
              <a:rPr lang="en-US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Transactions,</a:t>
            </a:r>
            <a:r>
              <a:rPr lang="en-US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Budgets,</a:t>
            </a:r>
            <a:r>
              <a:rPr lang="en-US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Bills</a:t>
            </a:r>
            <a:r>
              <a:rPr lang="en-US" spc="-7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pc="-7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Security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63830" indent="-151130">
              <a:lnSpc>
                <a:spcPts val="2210"/>
              </a:lnSpc>
              <a:buChar char="•"/>
              <a:tabLst>
                <a:tab pos="163830" algn="l"/>
              </a:tabLst>
            </a:pP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Instant</a:t>
            </a:r>
            <a:r>
              <a:rPr lang="en-US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lang="en-US" spc="-6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lang="en-US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external</a:t>
            </a:r>
            <a:r>
              <a:rPr lang="en-US" spc="-6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AI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64465" indent="-151765">
              <a:lnSpc>
                <a:spcPts val="2305"/>
              </a:lnSpc>
              <a:buChar char="•"/>
              <a:tabLst>
                <a:tab pos="164465" algn="l"/>
              </a:tabLst>
            </a:pP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Improves</a:t>
            </a:r>
            <a:r>
              <a:rPr lang="en-US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lang="en-US" spc="-4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interaction</a:t>
            </a:r>
            <a:r>
              <a:rPr lang="en-US" spc="-6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experience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" fill="hold"/>
                                        <p:tgtEl>
                                          <p:spTgt spid="17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800" fill="hold"/>
                                        <p:tgtEl>
                                          <p:spTgt spid="17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2" name="Google Shape;1832;p84"/>
          <p:cNvGrpSpPr/>
          <p:nvPr/>
        </p:nvGrpSpPr>
        <p:grpSpPr>
          <a:xfrm>
            <a:off x="866400" y="784999"/>
            <a:ext cx="7411200" cy="2782025"/>
            <a:chOff x="2856400" y="1669525"/>
            <a:chExt cx="7411200" cy="2782025"/>
          </a:xfrm>
        </p:grpSpPr>
        <p:sp>
          <p:nvSpPr>
            <p:cNvPr id="1833" name="Google Shape;1833;p84"/>
            <p:cNvSpPr/>
            <p:nvPr/>
          </p:nvSpPr>
          <p:spPr>
            <a:xfrm>
              <a:off x="2856400" y="1669525"/>
              <a:ext cx="356425" cy="355650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4" name="Google Shape;1834;p84"/>
            <p:cNvSpPr/>
            <p:nvPr/>
          </p:nvSpPr>
          <p:spPr>
            <a:xfrm>
              <a:off x="10016825" y="420077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" name="object 6"/>
          <p:cNvGrpSpPr/>
          <p:nvPr/>
        </p:nvGrpSpPr>
        <p:grpSpPr>
          <a:xfrm>
            <a:off x="5072330" y="930247"/>
            <a:ext cx="3525315" cy="2131661"/>
            <a:chOff x="0" y="0"/>
            <a:chExt cx="5708650" cy="2922270"/>
          </a:xfrm>
        </p:grpSpPr>
        <p:pic>
          <p:nvPicPr>
            <p:cNvPr id="3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5708142" cy="2922270"/>
            </a:xfrm>
            <a:prstGeom prst="rect">
              <a:avLst/>
            </a:prstGeom>
          </p:spPr>
        </p:pic>
        <p:pic>
          <p:nvPicPr>
            <p:cNvPr id="4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079" y="97535"/>
              <a:ext cx="5227955" cy="2450592"/>
            </a:xfrm>
            <a:prstGeom prst="rect">
              <a:avLst/>
            </a:prstGeom>
          </p:spPr>
        </p:pic>
      </p:grpSp>
      <p:sp>
        <p:nvSpPr>
          <p:cNvPr id="5" name="Rectangle: Rounded Corners 4"/>
          <p:cNvSpPr/>
          <p:nvPr/>
        </p:nvSpPr>
        <p:spPr>
          <a:xfrm>
            <a:off x="717310" y="1315131"/>
            <a:ext cx="4116613" cy="125661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149225" algn="l"/>
              </a:tabLst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Alerts</a:t>
            </a:r>
            <a:r>
              <a:rPr lang="en-IN" b="1" spc="-2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&amp;</a:t>
            </a:r>
            <a:r>
              <a:rPr lang="en-IN" b="1" spc="-5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Notifications </a:t>
            </a:r>
            <a:r>
              <a:rPr lang="en-IN" b="1" spc="-10" dirty="0">
                <a:solidFill>
                  <a:schemeClr val="accent2">
                    <a:lumMod val="50000"/>
                  </a:schemeClr>
                </a:solidFill>
              </a:rPr>
              <a:t>System</a:t>
            </a:r>
            <a:endParaRPr lang="en-IN" b="1" spc="-10" dirty="0">
              <a:solidFill>
                <a:schemeClr val="accent2">
                  <a:lumMod val="50000"/>
                </a:schemeClr>
              </a:solidFill>
            </a:endParaRPr>
          </a:p>
          <a:p>
            <a:pPr marL="298450" indent="-28575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49225" algn="l"/>
              </a:tabLst>
            </a:pP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lang="en-US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banking</a:t>
            </a:r>
            <a:r>
              <a:rPr lang="en-US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notifications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149225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Budget</a:t>
            </a:r>
            <a:r>
              <a:rPr lang="en-US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exceeded</a:t>
            </a:r>
            <a:r>
              <a:rPr lang="en-US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large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transaction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alerts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149225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Bill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due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/ overdue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reminders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149225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Reward</a:t>
            </a:r>
            <a:r>
              <a:rPr lang="en-US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updates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149225" algn="l"/>
              </a:tabLst>
            </a:pP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Auto-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refresh</a:t>
            </a:r>
            <a:r>
              <a:rPr lang="en-US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every 30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seconds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" name="Straight Connector 6"/>
          <p:cNvCxnSpPr>
            <a:stCxn id="5" idx="3"/>
            <a:endCxn id="3" idx="1"/>
          </p:cNvCxnSpPr>
          <p:nvPr/>
        </p:nvCxnSpPr>
        <p:spPr>
          <a:xfrm>
            <a:off x="4833923" y="1943441"/>
            <a:ext cx="238407" cy="52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object 20"/>
          <p:cNvGrpSpPr/>
          <p:nvPr/>
        </p:nvGrpSpPr>
        <p:grpSpPr>
          <a:xfrm>
            <a:off x="327804" y="2967488"/>
            <a:ext cx="3830128" cy="1785668"/>
            <a:chOff x="0" y="2846774"/>
            <a:chExt cx="4413250" cy="4011295"/>
          </a:xfrm>
        </p:grpSpPr>
        <p:pic>
          <p:nvPicPr>
            <p:cNvPr id="9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46774"/>
              <a:ext cx="4412742" cy="4011225"/>
            </a:xfrm>
            <a:prstGeom prst="rect">
              <a:avLst/>
            </a:prstGeom>
          </p:spPr>
        </p:pic>
        <p:pic>
          <p:nvPicPr>
            <p:cNvPr id="10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4" y="3044952"/>
              <a:ext cx="3938016" cy="3508248"/>
            </a:xfrm>
            <a:prstGeom prst="rect">
              <a:avLst/>
            </a:prstGeom>
          </p:spPr>
        </p:pic>
      </p:grpSp>
      <p:sp>
        <p:nvSpPr>
          <p:cNvPr id="12" name="Rectangle: Rounded Corners 11"/>
          <p:cNvSpPr/>
          <p:nvPr/>
        </p:nvSpPr>
        <p:spPr>
          <a:xfrm>
            <a:off x="4313208" y="3209026"/>
            <a:ext cx="4502988" cy="140841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054735">
              <a:lnSpc>
                <a:spcPts val="2140"/>
              </a:lnSpc>
              <a:tabLst>
                <a:tab pos="1191260" algn="l"/>
              </a:tabLst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cs typeface="Arial" panose="020B0604020202020204"/>
              </a:rPr>
              <a:t>Settings</a:t>
            </a:r>
            <a:r>
              <a:rPr lang="en-IN" b="1" spc="-15" dirty="0">
                <a:solidFill>
                  <a:schemeClr val="accent2">
                    <a:lumMod val="50000"/>
                  </a:schemeClr>
                </a:solidFill>
                <a:cs typeface="Arial" panose="020B0604020202020204"/>
              </a:rPr>
              <a:t>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cs typeface="Arial" panose="020B0604020202020204"/>
              </a:rPr>
              <a:t>&amp;</a:t>
            </a:r>
            <a:r>
              <a:rPr lang="en-IN" b="1" spc="-25" dirty="0">
                <a:solidFill>
                  <a:schemeClr val="accent2">
                    <a:lumMod val="50000"/>
                  </a:schemeClr>
                </a:solidFill>
                <a:cs typeface="Arial" panose="020B0604020202020204"/>
              </a:rPr>
              <a:t> </a:t>
            </a:r>
            <a:r>
              <a:rPr lang="en-IN" b="1" spc="-10" dirty="0">
                <a:solidFill>
                  <a:schemeClr val="accent2">
                    <a:lumMod val="50000"/>
                  </a:schemeClr>
                </a:solidFill>
                <a:cs typeface="Arial" panose="020B0604020202020204"/>
              </a:rPr>
              <a:t>Security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1191260" indent="-136525">
              <a:lnSpc>
                <a:spcPts val="2140"/>
              </a:lnSpc>
              <a:buChar char="•"/>
              <a:tabLst>
                <a:tab pos="119126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Profile</a:t>
            </a:r>
            <a:r>
              <a:rPr lang="en-US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update</a:t>
            </a:r>
            <a:r>
              <a:rPr lang="en-US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(Name</a:t>
            </a:r>
            <a:r>
              <a:rPr lang="en-US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Phone)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191260" indent="-136525">
              <a:buChar char="•"/>
              <a:tabLst>
                <a:tab pos="119126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password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054735"/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policy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191260" indent="-136525">
              <a:buChar char="•"/>
              <a:tabLst>
                <a:tab pos="1191260" algn="l"/>
              </a:tabLst>
            </a:pP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Two-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Factor Authentication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(2FA)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1191260" indent="-136525">
              <a:buChar char="•"/>
              <a:tabLst>
                <a:tab pos="119126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lang="en-US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account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deletion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5608" y="1228369"/>
            <a:ext cx="3789298" cy="2497991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5301081" y="1542250"/>
            <a:ext cx="2984739" cy="285341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2700">
              <a:tabLst>
                <a:tab pos="298450" algn="l"/>
              </a:tabLst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Help center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lang="en-US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section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users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help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topics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instantly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Frequently</a:t>
            </a:r>
            <a:r>
              <a:rPr lang="en-US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Asked</a:t>
            </a:r>
            <a:r>
              <a:rPr lang="en-US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Questions</a:t>
            </a:r>
            <a:r>
              <a:rPr lang="en-US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(FAQs)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Covers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accounts,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budgets,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alerts,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rewards</a:t>
            </a:r>
            <a:r>
              <a:rPr lang="en-US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exports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Contact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lang="en-US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Email,</a:t>
            </a:r>
            <a:r>
              <a:rPr lang="en-US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Phone,</a:t>
            </a:r>
            <a:r>
              <a:rPr lang="en-US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Ticket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pPr marL="298450" indent="-28575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Quick</a:t>
            </a:r>
            <a:r>
              <a:rPr lang="en-US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lang="en-US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lang="en-US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dirty="0">
                <a:latin typeface="Times New Roman" panose="02020603050405020304"/>
                <a:cs typeface="Times New Roman" panose="02020603050405020304"/>
              </a:rPr>
              <a:t>24</a:t>
            </a:r>
            <a:r>
              <a:rPr lang="en-US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</a:rPr>
              <a:t>hours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86"/>
          <p:cNvSpPr txBox="1">
            <a:spLocks noGrp="1"/>
          </p:cNvSpPr>
          <p:nvPr>
            <p:ph type="title"/>
          </p:nvPr>
        </p:nvSpPr>
        <p:spPr>
          <a:xfrm>
            <a:off x="1812450" y="895049"/>
            <a:ext cx="5519100" cy="7871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100"/>
            </a:pPr>
            <a:r>
              <a:rPr lang="en-IN" spc="-45" dirty="0">
                <a:latin typeface="Franklin Gothic Demi" panose="020B0703020102020204" pitchFamily="34" charset="0"/>
              </a:rPr>
              <a:t>TEAM </a:t>
            </a:r>
            <a:r>
              <a:rPr lang="en-IN" spc="-380" dirty="0">
                <a:latin typeface="Franklin Gothic Demi" panose="020B0703020102020204" pitchFamily="34" charset="0"/>
              </a:rPr>
              <a:t> </a:t>
            </a:r>
            <a:r>
              <a:rPr lang="en-IN" spc="-10" dirty="0">
                <a:latin typeface="Franklin Gothic Demi" panose="020B0703020102020204" pitchFamily="34" charset="0"/>
              </a:rPr>
              <a:t>CONTRIBUTIONS</a:t>
            </a:r>
            <a:endParaRPr lang="en-IN" dirty="0">
              <a:latin typeface="Franklin Gothic Demi" panose="020B0703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3631" y="1762324"/>
            <a:ext cx="7815532" cy="219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ts val="3295"/>
              </a:lnSpc>
              <a:buFont typeface="Wingdings" panose="05000000000000000000" pitchFamily="2" charset="2"/>
              <a:buChar char="Ø"/>
              <a:tabLst>
                <a:tab pos="239395" algn="l"/>
              </a:tabLst>
            </a:pPr>
            <a:r>
              <a:rPr lang="en-IN" b="1" spc="-10" dirty="0">
                <a:solidFill>
                  <a:schemeClr val="accent2">
                    <a:lumMod val="50000"/>
                  </a:schemeClr>
                </a:solidFill>
              </a:rPr>
              <a:t>FRONTEND:</a:t>
            </a:r>
            <a:endParaRPr lang="en-IN" b="1" spc="-10" dirty="0">
              <a:solidFill>
                <a:schemeClr val="accent2">
                  <a:lumMod val="50000"/>
                </a:schemeClr>
              </a:solidFill>
            </a:endParaRPr>
          </a:p>
          <a:p>
            <a:pPr marL="241300" marR="5080" indent="73025">
              <a:lnSpc>
                <a:spcPts val="3220"/>
              </a:lnSpc>
              <a:spcBef>
                <a:spcPts val="170"/>
              </a:spcBef>
            </a:pPr>
            <a:r>
              <a:rPr lang="en-IN" dirty="0">
                <a:latin typeface="Times New Roman" panose="02020603050405020304"/>
                <a:cs typeface="Times New Roman" panose="02020603050405020304"/>
              </a:rPr>
              <a:t>Renisha,</a:t>
            </a:r>
            <a:r>
              <a:rPr lang="en-IN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Durga,</a:t>
            </a:r>
            <a:r>
              <a:rPr lang="en-IN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Sowmya</a:t>
            </a:r>
            <a:r>
              <a:rPr lang="en-IN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Sree,</a:t>
            </a:r>
            <a:r>
              <a:rPr lang="en-IN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 err="1">
                <a:latin typeface="Times New Roman" panose="02020603050405020304"/>
                <a:cs typeface="Times New Roman" panose="02020603050405020304"/>
              </a:rPr>
              <a:t>Marency</a:t>
            </a:r>
            <a:r>
              <a:rPr lang="en-IN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/>
              <a:t>–</a:t>
            </a:r>
            <a:r>
              <a:rPr lang="en-IN" spc="65" dirty="0"/>
              <a:t>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UI</a:t>
            </a:r>
            <a:r>
              <a:rPr lang="en-IN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latin typeface="Times New Roman" panose="02020603050405020304"/>
                <a:cs typeface="Times New Roman" panose="02020603050405020304"/>
              </a:rPr>
              <a:t>development,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component</a:t>
            </a:r>
            <a:r>
              <a:rPr lang="en-IN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lang="en-IN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API</a:t>
            </a:r>
            <a:r>
              <a:rPr lang="en-IN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pc="-10" dirty="0">
                <a:latin typeface="Times New Roman" panose="02020603050405020304"/>
                <a:cs typeface="Times New Roman" panose="02020603050405020304"/>
              </a:rPr>
              <a:t>integration</a:t>
            </a:r>
            <a:endParaRPr lang="en-IN" spc="-10" dirty="0"/>
          </a:p>
          <a:p>
            <a:pPr marL="298450" indent="-285750">
              <a:lnSpc>
                <a:spcPts val="3260"/>
              </a:lnSpc>
              <a:spcBef>
                <a:spcPts val="110"/>
              </a:spcBef>
              <a:buFont typeface="Wingdings" panose="05000000000000000000" pitchFamily="2" charset="2"/>
              <a:buChar char="Ø"/>
              <a:tabLst>
                <a:tab pos="239395" algn="l"/>
              </a:tabLst>
            </a:pPr>
            <a:r>
              <a:rPr lang="en-IN" b="1" spc="-10" dirty="0">
                <a:solidFill>
                  <a:schemeClr val="accent2">
                    <a:lumMod val="50000"/>
                  </a:schemeClr>
                </a:solidFill>
              </a:rPr>
              <a:t>BACKEND:</a:t>
            </a:r>
            <a:endParaRPr lang="en-IN" b="1" spc="-10" dirty="0">
              <a:solidFill>
                <a:schemeClr val="accent2">
                  <a:lumMod val="50000"/>
                </a:schemeClr>
              </a:solidFill>
            </a:endParaRPr>
          </a:p>
          <a:p>
            <a:pPr marL="338455" marR="474345">
              <a:lnSpc>
                <a:spcPts val="3190"/>
              </a:lnSpc>
              <a:spcBef>
                <a:spcPts val="155"/>
              </a:spcBef>
            </a:pPr>
            <a:r>
              <a:rPr lang="en-IN" b="0" dirty="0">
                <a:latin typeface="Times New Roman" panose="02020603050405020304"/>
                <a:cs typeface="Times New Roman" panose="02020603050405020304"/>
              </a:rPr>
              <a:t>Tanuja</a:t>
            </a:r>
            <a:r>
              <a:rPr lang="en-IN" b="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lang="en-IN" b="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–</a:t>
            </a:r>
            <a:r>
              <a:rPr lang="en-IN" spc="70" dirty="0">
                <a:solidFill>
                  <a:srgbClr val="000000"/>
                </a:solidFill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lang="en-IN" b="0" spc="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development</a:t>
            </a:r>
            <a:r>
              <a:rPr lang="en-IN" b="0" spc="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IN" b="0" spc="7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API</a:t>
            </a:r>
            <a:r>
              <a:rPr lang="en-IN" b="0" spc="4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integration</a:t>
            </a:r>
            <a:endParaRPr lang="en-IN" b="0" spc="-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338455" marR="474345">
              <a:lnSpc>
                <a:spcPts val="3190"/>
              </a:lnSpc>
              <a:spcBef>
                <a:spcPts val="155"/>
              </a:spcBef>
            </a:pPr>
            <a:r>
              <a:rPr lang="en-IN"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 err="1">
                <a:latin typeface="Times New Roman" panose="02020603050405020304"/>
                <a:cs typeface="Times New Roman" panose="02020603050405020304"/>
              </a:rPr>
              <a:t>Byreddy</a:t>
            </a:r>
            <a:r>
              <a:rPr lang="en-IN" b="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 err="1">
                <a:latin typeface="Times New Roman" panose="02020603050405020304"/>
                <a:cs typeface="Times New Roman" panose="02020603050405020304"/>
              </a:rPr>
              <a:t>Saireddy</a:t>
            </a:r>
            <a:r>
              <a:rPr lang="en-IN" b="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–</a:t>
            </a:r>
            <a:r>
              <a:rPr lang="en-IN" spc="65" dirty="0">
                <a:solidFill>
                  <a:srgbClr val="000000"/>
                </a:solidFill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lang="en-IN" b="0" spc="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logic</a:t>
            </a:r>
            <a:r>
              <a:rPr lang="en-IN" b="0" spc="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IN" b="0" spc="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database</a:t>
            </a:r>
            <a:endParaRPr lang="en-IN" b="0" spc="-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2" name="Google Shape;2240;p93"/>
          <p:cNvGrpSpPr/>
          <p:nvPr/>
        </p:nvGrpSpPr>
        <p:grpSpPr>
          <a:xfrm>
            <a:off x="6647653" y="1046039"/>
            <a:ext cx="485166" cy="485122"/>
            <a:chOff x="3933325" y="3806050"/>
            <a:chExt cx="633707" cy="633733"/>
          </a:xfrm>
        </p:grpSpPr>
        <p:sp>
          <p:nvSpPr>
            <p:cNvPr id="13" name="Google Shape;2241;p93"/>
            <p:cNvSpPr/>
            <p:nvPr/>
          </p:nvSpPr>
          <p:spPr>
            <a:xfrm>
              <a:off x="3933325" y="3806050"/>
              <a:ext cx="633707" cy="633733"/>
            </a:xfrm>
            <a:custGeom>
              <a:avLst/>
              <a:gdLst/>
              <a:ahLst/>
              <a:cxnLst/>
              <a:rect l="l" t="t" r="r" b="b"/>
              <a:pathLst>
                <a:path w="24986" h="24987" extrusionOk="0">
                  <a:moveTo>
                    <a:pt x="4863" y="1"/>
                  </a:moveTo>
                  <a:cubicBezTo>
                    <a:pt x="2158" y="1"/>
                    <a:pt x="0" y="2189"/>
                    <a:pt x="0" y="4864"/>
                  </a:cubicBezTo>
                  <a:lnTo>
                    <a:pt x="0" y="20123"/>
                  </a:lnTo>
                  <a:cubicBezTo>
                    <a:pt x="0" y="22828"/>
                    <a:pt x="2189" y="24986"/>
                    <a:pt x="4863" y="24986"/>
                  </a:cubicBezTo>
                  <a:lnTo>
                    <a:pt x="20122" y="24986"/>
                  </a:lnTo>
                  <a:cubicBezTo>
                    <a:pt x="22827" y="24986"/>
                    <a:pt x="24985" y="22828"/>
                    <a:pt x="24985" y="20123"/>
                  </a:cubicBezTo>
                  <a:lnTo>
                    <a:pt x="24985" y="4864"/>
                  </a:lnTo>
                  <a:cubicBezTo>
                    <a:pt x="24985" y="2159"/>
                    <a:pt x="22797" y="1"/>
                    <a:pt x="20122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2242;p93"/>
            <p:cNvSpPr/>
            <p:nvPr/>
          </p:nvSpPr>
          <p:spPr>
            <a:xfrm>
              <a:off x="4038151" y="3846150"/>
              <a:ext cx="424036" cy="403974"/>
            </a:xfrm>
            <a:custGeom>
              <a:avLst/>
              <a:gdLst/>
              <a:ahLst/>
              <a:cxnLst/>
              <a:rect l="l" t="t" r="r" b="b"/>
              <a:pathLst>
                <a:path w="16719" h="15928" extrusionOk="0">
                  <a:moveTo>
                    <a:pt x="8360" y="0"/>
                  </a:moveTo>
                  <a:lnTo>
                    <a:pt x="5776" y="5259"/>
                  </a:lnTo>
                  <a:lnTo>
                    <a:pt x="1" y="6080"/>
                  </a:lnTo>
                  <a:lnTo>
                    <a:pt x="4196" y="10153"/>
                  </a:lnTo>
                  <a:lnTo>
                    <a:pt x="3192" y="15928"/>
                  </a:lnTo>
                  <a:lnTo>
                    <a:pt x="8360" y="13192"/>
                  </a:lnTo>
                  <a:lnTo>
                    <a:pt x="13527" y="15928"/>
                  </a:lnTo>
                  <a:lnTo>
                    <a:pt x="12554" y="10153"/>
                  </a:lnTo>
                  <a:lnTo>
                    <a:pt x="16719" y="6080"/>
                  </a:lnTo>
                  <a:lnTo>
                    <a:pt x="10943" y="5259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2243;p93"/>
            <p:cNvSpPr/>
            <p:nvPr/>
          </p:nvSpPr>
          <p:spPr>
            <a:xfrm>
              <a:off x="4079011" y="4365773"/>
              <a:ext cx="343865" cy="25"/>
            </a:xfrm>
            <a:custGeom>
              <a:avLst/>
              <a:gdLst/>
              <a:ahLst/>
              <a:cxnLst/>
              <a:rect l="l" t="t" r="r" b="b"/>
              <a:pathLst>
                <a:path w="13558" h="1" fill="none" extrusionOk="0">
                  <a:moveTo>
                    <a:pt x="1" y="0"/>
                  </a:moveTo>
                  <a:lnTo>
                    <a:pt x="13557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2244;p93"/>
            <p:cNvSpPr/>
            <p:nvPr/>
          </p:nvSpPr>
          <p:spPr>
            <a:xfrm>
              <a:off x="4079011" y="4314869"/>
              <a:ext cx="343865" cy="25"/>
            </a:xfrm>
            <a:custGeom>
              <a:avLst/>
              <a:gdLst/>
              <a:ahLst/>
              <a:cxnLst/>
              <a:rect l="l" t="t" r="r" b="b"/>
              <a:pathLst>
                <a:path w="13558" h="1" fill="none" extrusionOk="0">
                  <a:moveTo>
                    <a:pt x="1" y="1"/>
                  </a:moveTo>
                  <a:lnTo>
                    <a:pt x="13557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" name="Google Shape;1721;p80"/>
          <p:cNvGrpSpPr/>
          <p:nvPr/>
        </p:nvGrpSpPr>
        <p:grpSpPr>
          <a:xfrm>
            <a:off x="2064331" y="1046039"/>
            <a:ext cx="432017" cy="405541"/>
            <a:chOff x="607379" y="1306417"/>
            <a:chExt cx="588900" cy="410100"/>
          </a:xfrm>
        </p:grpSpPr>
        <p:sp>
          <p:nvSpPr>
            <p:cNvPr id="23" name="Google Shape;1722;p80"/>
            <p:cNvSpPr/>
            <p:nvPr/>
          </p:nvSpPr>
          <p:spPr>
            <a:xfrm>
              <a:off x="607379" y="1306417"/>
              <a:ext cx="588900" cy="4101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23;p80"/>
            <p:cNvSpPr/>
            <p:nvPr/>
          </p:nvSpPr>
          <p:spPr>
            <a:xfrm>
              <a:off x="741635" y="1363294"/>
              <a:ext cx="320384" cy="296369"/>
            </a:xfrm>
            <a:custGeom>
              <a:avLst/>
              <a:gdLst/>
              <a:ahLst/>
              <a:cxnLst/>
              <a:rect l="l" t="t" r="r" b="b"/>
              <a:pathLst>
                <a:path w="11109" h="10279" extrusionOk="0">
                  <a:moveTo>
                    <a:pt x="5554" y="0"/>
                  </a:moveTo>
                  <a:cubicBezTo>
                    <a:pt x="5271" y="0"/>
                    <a:pt x="4987" y="142"/>
                    <a:pt x="4837" y="425"/>
                  </a:cubicBezTo>
                  <a:lnTo>
                    <a:pt x="3803" y="2560"/>
                  </a:lnTo>
                  <a:cubicBezTo>
                    <a:pt x="3703" y="2760"/>
                    <a:pt x="3469" y="2927"/>
                    <a:pt x="3236" y="2961"/>
                  </a:cubicBezTo>
                  <a:lnTo>
                    <a:pt x="901" y="3294"/>
                  </a:lnTo>
                  <a:cubicBezTo>
                    <a:pt x="267" y="3394"/>
                    <a:pt x="0" y="4195"/>
                    <a:pt x="467" y="4628"/>
                  </a:cubicBezTo>
                  <a:lnTo>
                    <a:pt x="2235" y="6296"/>
                  </a:lnTo>
                  <a:cubicBezTo>
                    <a:pt x="2402" y="6530"/>
                    <a:pt x="2469" y="6763"/>
                    <a:pt x="2435" y="7030"/>
                  </a:cubicBezTo>
                  <a:lnTo>
                    <a:pt x="2002" y="9365"/>
                  </a:lnTo>
                  <a:cubicBezTo>
                    <a:pt x="1922" y="9896"/>
                    <a:pt x="2328" y="10279"/>
                    <a:pt x="2783" y="10279"/>
                  </a:cubicBezTo>
                  <a:cubicBezTo>
                    <a:pt x="2900" y="10279"/>
                    <a:pt x="3020" y="10254"/>
                    <a:pt x="3136" y="10199"/>
                  </a:cubicBezTo>
                  <a:lnTo>
                    <a:pt x="5237" y="9098"/>
                  </a:lnTo>
                  <a:cubicBezTo>
                    <a:pt x="5337" y="9032"/>
                    <a:pt x="5462" y="8998"/>
                    <a:pt x="5587" y="8998"/>
                  </a:cubicBezTo>
                  <a:cubicBezTo>
                    <a:pt x="5713" y="8998"/>
                    <a:pt x="5838" y="9032"/>
                    <a:pt x="5938" y="9098"/>
                  </a:cubicBezTo>
                  <a:lnTo>
                    <a:pt x="8006" y="10199"/>
                  </a:lnTo>
                  <a:cubicBezTo>
                    <a:pt x="8120" y="10250"/>
                    <a:pt x="8236" y="10273"/>
                    <a:pt x="8349" y="10273"/>
                  </a:cubicBezTo>
                  <a:cubicBezTo>
                    <a:pt x="8830" y="10273"/>
                    <a:pt x="9248" y="9852"/>
                    <a:pt x="9140" y="9365"/>
                  </a:cubicBezTo>
                  <a:lnTo>
                    <a:pt x="8740" y="7030"/>
                  </a:lnTo>
                  <a:cubicBezTo>
                    <a:pt x="8673" y="6730"/>
                    <a:pt x="8773" y="6463"/>
                    <a:pt x="8940" y="6296"/>
                  </a:cubicBezTo>
                  <a:lnTo>
                    <a:pt x="10641" y="4628"/>
                  </a:lnTo>
                  <a:cubicBezTo>
                    <a:pt x="11108" y="4195"/>
                    <a:pt x="10841" y="3394"/>
                    <a:pt x="10241" y="3294"/>
                  </a:cubicBezTo>
                  <a:lnTo>
                    <a:pt x="7906" y="2961"/>
                  </a:lnTo>
                  <a:cubicBezTo>
                    <a:pt x="7639" y="2927"/>
                    <a:pt x="7439" y="2794"/>
                    <a:pt x="7305" y="2560"/>
                  </a:cubicBezTo>
                  <a:lnTo>
                    <a:pt x="6271" y="425"/>
                  </a:lnTo>
                  <a:cubicBezTo>
                    <a:pt x="6121" y="142"/>
                    <a:pt x="5838" y="0"/>
                    <a:pt x="5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613" y="739773"/>
            <a:ext cx="6726798" cy="890619"/>
          </a:xfrm>
        </p:spPr>
        <p:txBody>
          <a:bodyPr/>
          <a:lstStyle/>
          <a:p>
            <a:pPr algn="ctr"/>
            <a:r>
              <a:rPr lang="en-IN" dirty="0">
                <a:latin typeface="Franklin Gothic Demi" panose="020B0703020102020204" pitchFamily="34" charset="0"/>
              </a:rPr>
              <a:t>PRESENTATION LINK</a:t>
            </a:r>
            <a:endParaRPr lang="en-IN" dirty="0">
              <a:latin typeface="Franklin Gothic Demi" panose="020B07030201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535501" y="1972213"/>
            <a:ext cx="6485259" cy="20962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220398" y="2658539"/>
            <a:ext cx="5115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1" tooltip="" action="ppaction://hlinkfile"/>
              </a:rPr>
              <a:t>https://drive.google.com/file/d/19-</a:t>
            </a:r>
            <a:r>
              <a:rPr lang="en-IN" dirty="0">
                <a:hlinkClick r:id="rId1" tooltip="" action="ppaction://hlinkfile"/>
              </a:rPr>
              <a:t>Pgqnos36PVr9yC2w9QIhgEJuBydCmB/view?usp=drivesdk</a:t>
            </a:r>
            <a:endParaRPr lang="en-IN" dirty="0"/>
          </a:p>
        </p:txBody>
      </p:sp>
      <p:sp>
        <p:nvSpPr>
          <p:cNvPr id="9" name="Google Shape;1526;p75"/>
          <p:cNvSpPr/>
          <p:nvPr/>
        </p:nvSpPr>
        <p:spPr>
          <a:xfrm rot="10800000">
            <a:off x="999226" y="1519573"/>
            <a:ext cx="303363" cy="303363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" name="Google Shape;1659;p80"/>
          <p:cNvGrpSpPr/>
          <p:nvPr/>
        </p:nvGrpSpPr>
        <p:grpSpPr>
          <a:xfrm>
            <a:off x="6797616" y="3026642"/>
            <a:ext cx="1621766" cy="1496682"/>
            <a:chOff x="3296826" y="1265400"/>
            <a:chExt cx="2545272" cy="1836199"/>
          </a:xfrm>
        </p:grpSpPr>
        <p:sp>
          <p:nvSpPr>
            <p:cNvPr id="11" name="Google Shape;1660;p80"/>
            <p:cNvSpPr/>
            <p:nvPr/>
          </p:nvSpPr>
          <p:spPr>
            <a:xfrm>
              <a:off x="3975809" y="2596995"/>
              <a:ext cx="1241370" cy="377937"/>
            </a:xfrm>
            <a:custGeom>
              <a:avLst/>
              <a:gdLst/>
              <a:ahLst/>
              <a:cxnLst/>
              <a:rect l="l" t="t" r="r" b="b"/>
              <a:pathLst>
                <a:path w="16827" h="5123" extrusionOk="0">
                  <a:moveTo>
                    <a:pt x="5626" y="1"/>
                  </a:moveTo>
                  <a:cubicBezTo>
                    <a:pt x="5626" y="1"/>
                    <a:pt x="5626" y="2614"/>
                    <a:pt x="5206" y="4389"/>
                  </a:cubicBezTo>
                  <a:lnTo>
                    <a:pt x="0" y="4389"/>
                  </a:lnTo>
                  <a:lnTo>
                    <a:pt x="0" y="5123"/>
                  </a:lnTo>
                  <a:lnTo>
                    <a:pt x="16827" y="5123"/>
                  </a:lnTo>
                  <a:lnTo>
                    <a:pt x="16827" y="4389"/>
                  </a:lnTo>
                  <a:lnTo>
                    <a:pt x="11621" y="4389"/>
                  </a:lnTo>
                  <a:cubicBezTo>
                    <a:pt x="11201" y="2614"/>
                    <a:pt x="11201" y="1"/>
                    <a:pt x="11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61;p80"/>
            <p:cNvSpPr/>
            <p:nvPr/>
          </p:nvSpPr>
          <p:spPr>
            <a:xfrm>
              <a:off x="3733025" y="1429839"/>
              <a:ext cx="1747523" cy="1255018"/>
            </a:xfrm>
            <a:custGeom>
              <a:avLst/>
              <a:gdLst/>
              <a:ahLst/>
              <a:cxnLst/>
              <a:rect l="l" t="t" r="r" b="b"/>
              <a:pathLst>
                <a:path w="23688" h="17012" extrusionOk="0">
                  <a:moveTo>
                    <a:pt x="1121" y="1"/>
                  </a:moveTo>
                  <a:cubicBezTo>
                    <a:pt x="505" y="1"/>
                    <a:pt x="1" y="502"/>
                    <a:pt x="1" y="1121"/>
                  </a:cubicBezTo>
                  <a:lnTo>
                    <a:pt x="1" y="15892"/>
                  </a:lnTo>
                  <a:cubicBezTo>
                    <a:pt x="1" y="16511"/>
                    <a:pt x="505" y="17012"/>
                    <a:pt x="1121" y="17012"/>
                  </a:cubicBezTo>
                  <a:lnTo>
                    <a:pt x="22568" y="17012"/>
                  </a:lnTo>
                  <a:cubicBezTo>
                    <a:pt x="23187" y="17012"/>
                    <a:pt x="23688" y="16511"/>
                    <a:pt x="23688" y="15892"/>
                  </a:cubicBezTo>
                  <a:lnTo>
                    <a:pt x="23688" y="1121"/>
                  </a:lnTo>
                  <a:cubicBezTo>
                    <a:pt x="23688" y="502"/>
                    <a:pt x="23187" y="1"/>
                    <a:pt x="22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2;p80"/>
            <p:cNvSpPr/>
            <p:nvPr/>
          </p:nvSpPr>
          <p:spPr>
            <a:xfrm>
              <a:off x="3765042" y="1490185"/>
              <a:ext cx="1683710" cy="1059594"/>
            </a:xfrm>
            <a:custGeom>
              <a:avLst/>
              <a:gdLst/>
              <a:ahLst/>
              <a:cxnLst/>
              <a:rect l="l" t="t" r="r" b="b"/>
              <a:pathLst>
                <a:path w="22823" h="14363" extrusionOk="0">
                  <a:moveTo>
                    <a:pt x="594" y="0"/>
                  </a:moveTo>
                  <a:cubicBezTo>
                    <a:pt x="267" y="0"/>
                    <a:pt x="1" y="269"/>
                    <a:pt x="1" y="594"/>
                  </a:cubicBezTo>
                  <a:lnTo>
                    <a:pt x="1" y="13766"/>
                  </a:lnTo>
                  <a:cubicBezTo>
                    <a:pt x="1" y="14094"/>
                    <a:pt x="267" y="14363"/>
                    <a:pt x="594" y="14363"/>
                  </a:cubicBezTo>
                  <a:lnTo>
                    <a:pt x="22226" y="14363"/>
                  </a:lnTo>
                  <a:cubicBezTo>
                    <a:pt x="22554" y="14363"/>
                    <a:pt x="22823" y="14094"/>
                    <a:pt x="22823" y="13766"/>
                  </a:cubicBezTo>
                  <a:lnTo>
                    <a:pt x="22823" y="594"/>
                  </a:lnTo>
                  <a:cubicBezTo>
                    <a:pt x="22823" y="269"/>
                    <a:pt x="22554" y="0"/>
                    <a:pt x="22226" y="0"/>
                  </a:cubicBezTo>
                  <a:close/>
                </a:path>
              </a:pathLst>
            </a:custGeom>
            <a:gradFill>
              <a:gsLst>
                <a:gs pos="0">
                  <a:srgbClr val="66BEE9">
                    <a:alpha val="34509"/>
                  </a:srgbClr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63;p80"/>
            <p:cNvSpPr/>
            <p:nvPr/>
          </p:nvSpPr>
          <p:spPr>
            <a:xfrm>
              <a:off x="3765042" y="1490185"/>
              <a:ext cx="1683710" cy="358092"/>
            </a:xfrm>
            <a:custGeom>
              <a:avLst/>
              <a:gdLst/>
              <a:ahLst/>
              <a:cxnLst/>
              <a:rect l="l" t="t" r="r" b="b"/>
              <a:pathLst>
                <a:path w="22823" h="4854" extrusionOk="0">
                  <a:moveTo>
                    <a:pt x="594" y="0"/>
                  </a:moveTo>
                  <a:cubicBezTo>
                    <a:pt x="267" y="0"/>
                    <a:pt x="1" y="269"/>
                    <a:pt x="1" y="594"/>
                  </a:cubicBezTo>
                  <a:lnTo>
                    <a:pt x="1" y="4853"/>
                  </a:lnTo>
                  <a:lnTo>
                    <a:pt x="22823" y="4853"/>
                  </a:lnTo>
                  <a:lnTo>
                    <a:pt x="22823" y="594"/>
                  </a:lnTo>
                  <a:cubicBezTo>
                    <a:pt x="22823" y="269"/>
                    <a:pt x="22554" y="0"/>
                    <a:pt x="2222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64;p80"/>
            <p:cNvSpPr/>
            <p:nvPr/>
          </p:nvSpPr>
          <p:spPr>
            <a:xfrm>
              <a:off x="3765042" y="1490185"/>
              <a:ext cx="1683710" cy="121282"/>
            </a:xfrm>
            <a:custGeom>
              <a:avLst/>
              <a:gdLst/>
              <a:ahLst/>
              <a:cxnLst/>
              <a:rect l="l" t="t" r="r" b="b"/>
              <a:pathLst>
                <a:path w="22823" h="1644" extrusionOk="0">
                  <a:moveTo>
                    <a:pt x="594" y="0"/>
                  </a:moveTo>
                  <a:cubicBezTo>
                    <a:pt x="267" y="0"/>
                    <a:pt x="1" y="269"/>
                    <a:pt x="1" y="594"/>
                  </a:cubicBezTo>
                  <a:lnTo>
                    <a:pt x="1" y="1644"/>
                  </a:lnTo>
                  <a:lnTo>
                    <a:pt x="22823" y="1644"/>
                  </a:lnTo>
                  <a:lnTo>
                    <a:pt x="22823" y="594"/>
                  </a:lnTo>
                  <a:cubicBezTo>
                    <a:pt x="22823" y="269"/>
                    <a:pt x="22554" y="0"/>
                    <a:pt x="22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65;p80"/>
            <p:cNvSpPr/>
            <p:nvPr/>
          </p:nvSpPr>
          <p:spPr>
            <a:xfrm>
              <a:off x="3807240" y="1530686"/>
              <a:ext cx="40501" cy="40354"/>
            </a:xfrm>
            <a:custGeom>
              <a:avLst/>
              <a:gdLst/>
              <a:ahLst/>
              <a:cxnLst/>
              <a:rect l="l" t="t" r="r" b="b"/>
              <a:pathLst>
                <a:path w="549" h="547" extrusionOk="0">
                  <a:moveTo>
                    <a:pt x="280" y="0"/>
                  </a:moveTo>
                  <a:cubicBezTo>
                    <a:pt x="129" y="0"/>
                    <a:pt x="0" y="126"/>
                    <a:pt x="0" y="280"/>
                  </a:cubicBezTo>
                  <a:cubicBezTo>
                    <a:pt x="0" y="431"/>
                    <a:pt x="129" y="546"/>
                    <a:pt x="280" y="546"/>
                  </a:cubicBezTo>
                  <a:cubicBezTo>
                    <a:pt x="431" y="546"/>
                    <a:pt x="549" y="431"/>
                    <a:pt x="549" y="280"/>
                  </a:cubicBezTo>
                  <a:cubicBezTo>
                    <a:pt x="549" y="126"/>
                    <a:pt x="431" y="0"/>
                    <a:pt x="2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666;p80"/>
            <p:cNvSpPr/>
            <p:nvPr/>
          </p:nvSpPr>
          <p:spPr>
            <a:xfrm>
              <a:off x="3881159" y="1530686"/>
              <a:ext cx="40575" cy="40354"/>
            </a:xfrm>
            <a:custGeom>
              <a:avLst/>
              <a:gdLst/>
              <a:ahLst/>
              <a:cxnLst/>
              <a:rect l="l" t="t" r="r" b="b"/>
              <a:pathLst>
                <a:path w="550" h="547" extrusionOk="0">
                  <a:moveTo>
                    <a:pt x="281" y="0"/>
                  </a:moveTo>
                  <a:cubicBezTo>
                    <a:pt x="129" y="0"/>
                    <a:pt x="1" y="126"/>
                    <a:pt x="1" y="280"/>
                  </a:cubicBezTo>
                  <a:cubicBezTo>
                    <a:pt x="1" y="431"/>
                    <a:pt x="129" y="546"/>
                    <a:pt x="281" y="546"/>
                  </a:cubicBezTo>
                  <a:cubicBezTo>
                    <a:pt x="432" y="546"/>
                    <a:pt x="549" y="431"/>
                    <a:pt x="549" y="280"/>
                  </a:cubicBezTo>
                  <a:cubicBezTo>
                    <a:pt x="549" y="126"/>
                    <a:pt x="432" y="0"/>
                    <a:pt x="2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667;p80"/>
            <p:cNvSpPr/>
            <p:nvPr/>
          </p:nvSpPr>
          <p:spPr>
            <a:xfrm>
              <a:off x="3956185" y="1530686"/>
              <a:ext cx="40354" cy="40354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266" y="0"/>
                  </a:moveTo>
                  <a:cubicBezTo>
                    <a:pt x="115" y="0"/>
                    <a:pt x="0" y="126"/>
                    <a:pt x="0" y="280"/>
                  </a:cubicBezTo>
                  <a:cubicBezTo>
                    <a:pt x="0" y="431"/>
                    <a:pt x="115" y="546"/>
                    <a:pt x="266" y="546"/>
                  </a:cubicBezTo>
                  <a:cubicBezTo>
                    <a:pt x="420" y="546"/>
                    <a:pt x="546" y="431"/>
                    <a:pt x="546" y="280"/>
                  </a:cubicBezTo>
                  <a:cubicBezTo>
                    <a:pt x="546" y="126"/>
                    <a:pt x="420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668;p80"/>
            <p:cNvSpPr/>
            <p:nvPr/>
          </p:nvSpPr>
          <p:spPr>
            <a:xfrm>
              <a:off x="3849364" y="1651895"/>
              <a:ext cx="149020" cy="149020"/>
            </a:xfrm>
            <a:custGeom>
              <a:avLst/>
              <a:gdLst/>
              <a:ahLst/>
              <a:cxnLst/>
              <a:rect l="l" t="t" r="r" b="b"/>
              <a:pathLst>
                <a:path w="2020" h="2020" extrusionOk="0">
                  <a:moveTo>
                    <a:pt x="199" y="1"/>
                  </a:moveTo>
                  <a:cubicBezTo>
                    <a:pt x="93" y="1"/>
                    <a:pt x="0" y="93"/>
                    <a:pt x="0" y="200"/>
                  </a:cubicBezTo>
                  <a:lnTo>
                    <a:pt x="0" y="1821"/>
                  </a:lnTo>
                  <a:cubicBezTo>
                    <a:pt x="0" y="1927"/>
                    <a:pt x="93" y="2020"/>
                    <a:pt x="199" y="2020"/>
                  </a:cubicBezTo>
                  <a:lnTo>
                    <a:pt x="1820" y="2020"/>
                  </a:lnTo>
                  <a:cubicBezTo>
                    <a:pt x="1924" y="2020"/>
                    <a:pt x="2019" y="1927"/>
                    <a:pt x="2019" y="1821"/>
                  </a:cubicBezTo>
                  <a:lnTo>
                    <a:pt x="2019" y="200"/>
                  </a:lnTo>
                  <a:cubicBezTo>
                    <a:pt x="2019" y="93"/>
                    <a:pt x="1924" y="1"/>
                    <a:pt x="1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669;p80"/>
            <p:cNvSpPr/>
            <p:nvPr/>
          </p:nvSpPr>
          <p:spPr>
            <a:xfrm>
              <a:off x="4051573" y="1667387"/>
              <a:ext cx="101732" cy="6935"/>
            </a:xfrm>
            <a:custGeom>
              <a:avLst/>
              <a:gdLst/>
              <a:ahLst/>
              <a:cxnLst/>
              <a:rect l="l" t="t" r="r" b="b"/>
              <a:pathLst>
                <a:path w="1379" h="94" extrusionOk="0">
                  <a:moveTo>
                    <a:pt x="48" y="1"/>
                  </a:moveTo>
                  <a:cubicBezTo>
                    <a:pt x="23" y="1"/>
                    <a:pt x="1" y="23"/>
                    <a:pt x="1" y="48"/>
                  </a:cubicBezTo>
                  <a:cubicBezTo>
                    <a:pt x="1" y="71"/>
                    <a:pt x="23" y="93"/>
                    <a:pt x="48" y="93"/>
                  </a:cubicBezTo>
                  <a:lnTo>
                    <a:pt x="1331" y="93"/>
                  </a:lnTo>
                  <a:cubicBezTo>
                    <a:pt x="1353" y="93"/>
                    <a:pt x="1378" y="71"/>
                    <a:pt x="1378" y="48"/>
                  </a:cubicBezTo>
                  <a:cubicBezTo>
                    <a:pt x="1378" y="23"/>
                    <a:pt x="1353" y="1"/>
                    <a:pt x="1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670;p80"/>
            <p:cNvSpPr/>
            <p:nvPr/>
          </p:nvSpPr>
          <p:spPr>
            <a:xfrm>
              <a:off x="4051573" y="1704421"/>
              <a:ext cx="189522" cy="7082"/>
            </a:xfrm>
            <a:custGeom>
              <a:avLst/>
              <a:gdLst/>
              <a:ahLst/>
              <a:cxnLst/>
              <a:rect l="l" t="t" r="r" b="b"/>
              <a:pathLst>
                <a:path w="2569" h="96" extrusionOk="0">
                  <a:moveTo>
                    <a:pt x="48" y="0"/>
                  </a:moveTo>
                  <a:cubicBezTo>
                    <a:pt x="23" y="0"/>
                    <a:pt x="1" y="25"/>
                    <a:pt x="1" y="48"/>
                  </a:cubicBezTo>
                  <a:cubicBezTo>
                    <a:pt x="1" y="70"/>
                    <a:pt x="23" y="95"/>
                    <a:pt x="48" y="95"/>
                  </a:cubicBezTo>
                  <a:lnTo>
                    <a:pt x="2521" y="95"/>
                  </a:lnTo>
                  <a:cubicBezTo>
                    <a:pt x="2543" y="95"/>
                    <a:pt x="2569" y="70"/>
                    <a:pt x="2569" y="48"/>
                  </a:cubicBezTo>
                  <a:cubicBezTo>
                    <a:pt x="2569" y="25"/>
                    <a:pt x="2543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671;p80"/>
            <p:cNvSpPr/>
            <p:nvPr/>
          </p:nvSpPr>
          <p:spPr>
            <a:xfrm>
              <a:off x="4051573" y="1741381"/>
              <a:ext cx="189522" cy="7082"/>
            </a:xfrm>
            <a:custGeom>
              <a:avLst/>
              <a:gdLst/>
              <a:ahLst/>
              <a:cxnLst/>
              <a:rect l="l" t="t" r="r" b="b"/>
              <a:pathLst>
                <a:path w="2569" h="96" extrusionOk="0">
                  <a:moveTo>
                    <a:pt x="48" y="0"/>
                  </a:moveTo>
                  <a:cubicBezTo>
                    <a:pt x="23" y="0"/>
                    <a:pt x="1" y="26"/>
                    <a:pt x="1" y="48"/>
                  </a:cubicBezTo>
                  <a:cubicBezTo>
                    <a:pt x="1" y="70"/>
                    <a:pt x="23" y="96"/>
                    <a:pt x="48" y="96"/>
                  </a:cubicBezTo>
                  <a:lnTo>
                    <a:pt x="2521" y="96"/>
                  </a:lnTo>
                  <a:cubicBezTo>
                    <a:pt x="2543" y="96"/>
                    <a:pt x="2569" y="70"/>
                    <a:pt x="2569" y="48"/>
                  </a:cubicBezTo>
                  <a:cubicBezTo>
                    <a:pt x="2569" y="26"/>
                    <a:pt x="2543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672;p80"/>
            <p:cNvSpPr/>
            <p:nvPr/>
          </p:nvSpPr>
          <p:spPr>
            <a:xfrm>
              <a:off x="4051573" y="1778562"/>
              <a:ext cx="189522" cy="6861"/>
            </a:xfrm>
            <a:custGeom>
              <a:avLst/>
              <a:gdLst/>
              <a:ahLst/>
              <a:cxnLst/>
              <a:rect l="l" t="t" r="r" b="b"/>
              <a:pathLst>
                <a:path w="2569" h="93" extrusionOk="0">
                  <a:moveTo>
                    <a:pt x="48" y="0"/>
                  </a:moveTo>
                  <a:cubicBezTo>
                    <a:pt x="23" y="0"/>
                    <a:pt x="1" y="23"/>
                    <a:pt x="1" y="45"/>
                  </a:cubicBezTo>
                  <a:cubicBezTo>
                    <a:pt x="1" y="70"/>
                    <a:pt x="23" y="93"/>
                    <a:pt x="48" y="93"/>
                  </a:cubicBezTo>
                  <a:lnTo>
                    <a:pt x="2521" y="93"/>
                  </a:lnTo>
                  <a:cubicBezTo>
                    <a:pt x="2543" y="93"/>
                    <a:pt x="2569" y="70"/>
                    <a:pt x="2569" y="45"/>
                  </a:cubicBezTo>
                  <a:cubicBezTo>
                    <a:pt x="2569" y="23"/>
                    <a:pt x="2543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673;p80"/>
            <p:cNvSpPr/>
            <p:nvPr/>
          </p:nvSpPr>
          <p:spPr>
            <a:xfrm>
              <a:off x="4321800" y="1645108"/>
              <a:ext cx="7082" cy="155808"/>
            </a:xfrm>
            <a:custGeom>
              <a:avLst/>
              <a:gdLst/>
              <a:ahLst/>
              <a:cxnLst/>
              <a:rect l="l" t="t" r="r" b="b"/>
              <a:pathLst>
                <a:path w="96" h="2112" extrusionOk="0">
                  <a:moveTo>
                    <a:pt x="48" y="0"/>
                  </a:moveTo>
                  <a:cubicBezTo>
                    <a:pt x="26" y="0"/>
                    <a:pt x="0" y="23"/>
                    <a:pt x="0" y="45"/>
                  </a:cubicBezTo>
                  <a:lnTo>
                    <a:pt x="0" y="2064"/>
                  </a:lnTo>
                  <a:cubicBezTo>
                    <a:pt x="0" y="2089"/>
                    <a:pt x="26" y="2112"/>
                    <a:pt x="48" y="2112"/>
                  </a:cubicBezTo>
                  <a:cubicBezTo>
                    <a:pt x="70" y="2112"/>
                    <a:pt x="96" y="2089"/>
                    <a:pt x="96" y="2064"/>
                  </a:cubicBezTo>
                  <a:lnTo>
                    <a:pt x="96" y="45"/>
                  </a:lnTo>
                  <a:cubicBezTo>
                    <a:pt x="96" y="23"/>
                    <a:pt x="70" y="0"/>
                    <a:pt x="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674;p80"/>
            <p:cNvSpPr/>
            <p:nvPr/>
          </p:nvSpPr>
          <p:spPr>
            <a:xfrm>
              <a:off x="4402801" y="1651895"/>
              <a:ext cx="148135" cy="149020"/>
            </a:xfrm>
            <a:custGeom>
              <a:avLst/>
              <a:gdLst/>
              <a:ahLst/>
              <a:cxnLst/>
              <a:rect l="l" t="t" r="r" b="b"/>
              <a:pathLst>
                <a:path w="2008" h="2020" extrusionOk="0">
                  <a:moveTo>
                    <a:pt x="199" y="1"/>
                  </a:moveTo>
                  <a:cubicBezTo>
                    <a:pt x="81" y="1"/>
                    <a:pt x="0" y="93"/>
                    <a:pt x="0" y="200"/>
                  </a:cubicBezTo>
                  <a:lnTo>
                    <a:pt x="0" y="1821"/>
                  </a:lnTo>
                  <a:cubicBezTo>
                    <a:pt x="0" y="1927"/>
                    <a:pt x="81" y="2020"/>
                    <a:pt x="199" y="2020"/>
                  </a:cubicBezTo>
                  <a:lnTo>
                    <a:pt x="1820" y="2020"/>
                  </a:lnTo>
                  <a:cubicBezTo>
                    <a:pt x="1927" y="2020"/>
                    <a:pt x="2008" y="1927"/>
                    <a:pt x="2008" y="1821"/>
                  </a:cubicBezTo>
                  <a:lnTo>
                    <a:pt x="2008" y="200"/>
                  </a:lnTo>
                  <a:cubicBezTo>
                    <a:pt x="2008" y="93"/>
                    <a:pt x="1927" y="1"/>
                    <a:pt x="1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675;p80"/>
            <p:cNvSpPr/>
            <p:nvPr/>
          </p:nvSpPr>
          <p:spPr>
            <a:xfrm>
              <a:off x="4605011" y="1667387"/>
              <a:ext cx="101732" cy="6935"/>
            </a:xfrm>
            <a:custGeom>
              <a:avLst/>
              <a:gdLst/>
              <a:ahLst/>
              <a:cxnLst/>
              <a:rect l="l" t="t" r="r" b="b"/>
              <a:pathLst>
                <a:path w="1379" h="94" extrusionOk="0">
                  <a:moveTo>
                    <a:pt x="48" y="1"/>
                  </a:moveTo>
                  <a:cubicBezTo>
                    <a:pt x="26" y="1"/>
                    <a:pt x="1" y="23"/>
                    <a:pt x="1" y="48"/>
                  </a:cubicBezTo>
                  <a:cubicBezTo>
                    <a:pt x="1" y="71"/>
                    <a:pt x="26" y="93"/>
                    <a:pt x="48" y="93"/>
                  </a:cubicBezTo>
                  <a:lnTo>
                    <a:pt x="1331" y="93"/>
                  </a:lnTo>
                  <a:cubicBezTo>
                    <a:pt x="1356" y="93"/>
                    <a:pt x="1378" y="71"/>
                    <a:pt x="1378" y="48"/>
                  </a:cubicBezTo>
                  <a:cubicBezTo>
                    <a:pt x="1378" y="23"/>
                    <a:pt x="1356" y="1"/>
                    <a:pt x="1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676;p80"/>
            <p:cNvSpPr/>
            <p:nvPr/>
          </p:nvSpPr>
          <p:spPr>
            <a:xfrm>
              <a:off x="4605011" y="1704421"/>
              <a:ext cx="188710" cy="7082"/>
            </a:xfrm>
            <a:custGeom>
              <a:avLst/>
              <a:gdLst/>
              <a:ahLst/>
              <a:cxnLst/>
              <a:rect l="l" t="t" r="r" b="b"/>
              <a:pathLst>
                <a:path w="2558" h="96" extrusionOk="0">
                  <a:moveTo>
                    <a:pt x="48" y="0"/>
                  </a:moveTo>
                  <a:cubicBezTo>
                    <a:pt x="26" y="0"/>
                    <a:pt x="1" y="25"/>
                    <a:pt x="1" y="48"/>
                  </a:cubicBezTo>
                  <a:cubicBezTo>
                    <a:pt x="1" y="70"/>
                    <a:pt x="26" y="95"/>
                    <a:pt x="48" y="95"/>
                  </a:cubicBezTo>
                  <a:lnTo>
                    <a:pt x="2521" y="95"/>
                  </a:lnTo>
                  <a:cubicBezTo>
                    <a:pt x="2546" y="95"/>
                    <a:pt x="2557" y="70"/>
                    <a:pt x="2557" y="48"/>
                  </a:cubicBezTo>
                  <a:cubicBezTo>
                    <a:pt x="2557" y="25"/>
                    <a:pt x="2546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677;p80"/>
            <p:cNvSpPr/>
            <p:nvPr/>
          </p:nvSpPr>
          <p:spPr>
            <a:xfrm>
              <a:off x="4605011" y="1741381"/>
              <a:ext cx="188710" cy="7082"/>
            </a:xfrm>
            <a:custGeom>
              <a:avLst/>
              <a:gdLst/>
              <a:ahLst/>
              <a:cxnLst/>
              <a:rect l="l" t="t" r="r" b="b"/>
              <a:pathLst>
                <a:path w="2558" h="96" extrusionOk="0">
                  <a:moveTo>
                    <a:pt x="48" y="0"/>
                  </a:moveTo>
                  <a:cubicBezTo>
                    <a:pt x="26" y="0"/>
                    <a:pt x="1" y="26"/>
                    <a:pt x="1" y="48"/>
                  </a:cubicBezTo>
                  <a:cubicBezTo>
                    <a:pt x="1" y="70"/>
                    <a:pt x="26" y="96"/>
                    <a:pt x="48" y="96"/>
                  </a:cubicBezTo>
                  <a:lnTo>
                    <a:pt x="2521" y="96"/>
                  </a:lnTo>
                  <a:cubicBezTo>
                    <a:pt x="2546" y="96"/>
                    <a:pt x="2557" y="70"/>
                    <a:pt x="2557" y="48"/>
                  </a:cubicBezTo>
                  <a:cubicBezTo>
                    <a:pt x="2557" y="26"/>
                    <a:pt x="2546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678;p80"/>
            <p:cNvSpPr/>
            <p:nvPr/>
          </p:nvSpPr>
          <p:spPr>
            <a:xfrm>
              <a:off x="4605011" y="1778562"/>
              <a:ext cx="188710" cy="6861"/>
            </a:xfrm>
            <a:custGeom>
              <a:avLst/>
              <a:gdLst/>
              <a:ahLst/>
              <a:cxnLst/>
              <a:rect l="l" t="t" r="r" b="b"/>
              <a:pathLst>
                <a:path w="2558" h="93" extrusionOk="0">
                  <a:moveTo>
                    <a:pt x="48" y="0"/>
                  </a:moveTo>
                  <a:cubicBezTo>
                    <a:pt x="26" y="0"/>
                    <a:pt x="1" y="23"/>
                    <a:pt x="1" y="45"/>
                  </a:cubicBezTo>
                  <a:cubicBezTo>
                    <a:pt x="1" y="70"/>
                    <a:pt x="26" y="93"/>
                    <a:pt x="48" y="93"/>
                  </a:cubicBezTo>
                  <a:lnTo>
                    <a:pt x="2521" y="93"/>
                  </a:lnTo>
                  <a:cubicBezTo>
                    <a:pt x="2546" y="93"/>
                    <a:pt x="2557" y="70"/>
                    <a:pt x="2557" y="45"/>
                  </a:cubicBezTo>
                  <a:cubicBezTo>
                    <a:pt x="2557" y="23"/>
                    <a:pt x="2546" y="0"/>
                    <a:pt x="2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679;p80"/>
            <p:cNvSpPr/>
            <p:nvPr/>
          </p:nvSpPr>
          <p:spPr>
            <a:xfrm>
              <a:off x="4875459" y="1645108"/>
              <a:ext cx="6049" cy="155808"/>
            </a:xfrm>
            <a:custGeom>
              <a:avLst/>
              <a:gdLst/>
              <a:ahLst/>
              <a:cxnLst/>
              <a:rect l="l" t="t" r="r" b="b"/>
              <a:pathLst>
                <a:path w="82" h="2112" extrusionOk="0">
                  <a:moveTo>
                    <a:pt x="34" y="0"/>
                  </a:moveTo>
                  <a:cubicBezTo>
                    <a:pt x="11" y="0"/>
                    <a:pt x="0" y="23"/>
                    <a:pt x="0" y="45"/>
                  </a:cubicBezTo>
                  <a:lnTo>
                    <a:pt x="0" y="2064"/>
                  </a:lnTo>
                  <a:cubicBezTo>
                    <a:pt x="0" y="2089"/>
                    <a:pt x="11" y="2112"/>
                    <a:pt x="34" y="2112"/>
                  </a:cubicBezTo>
                  <a:cubicBezTo>
                    <a:pt x="70" y="2112"/>
                    <a:pt x="81" y="2089"/>
                    <a:pt x="81" y="2064"/>
                  </a:cubicBezTo>
                  <a:lnTo>
                    <a:pt x="81" y="45"/>
                  </a:lnTo>
                  <a:cubicBezTo>
                    <a:pt x="81" y="23"/>
                    <a:pt x="70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680;p80"/>
            <p:cNvSpPr/>
            <p:nvPr/>
          </p:nvSpPr>
          <p:spPr>
            <a:xfrm>
              <a:off x="4956166" y="1651895"/>
              <a:ext cx="148209" cy="149020"/>
            </a:xfrm>
            <a:custGeom>
              <a:avLst/>
              <a:gdLst/>
              <a:ahLst/>
              <a:cxnLst/>
              <a:rect l="l" t="t" r="r" b="b"/>
              <a:pathLst>
                <a:path w="2009" h="2020" extrusionOk="0">
                  <a:moveTo>
                    <a:pt x="189" y="1"/>
                  </a:moveTo>
                  <a:cubicBezTo>
                    <a:pt x="82" y="1"/>
                    <a:pt x="1" y="93"/>
                    <a:pt x="1" y="200"/>
                  </a:cubicBezTo>
                  <a:lnTo>
                    <a:pt x="1" y="1821"/>
                  </a:lnTo>
                  <a:cubicBezTo>
                    <a:pt x="1" y="1927"/>
                    <a:pt x="82" y="2020"/>
                    <a:pt x="189" y="2020"/>
                  </a:cubicBezTo>
                  <a:lnTo>
                    <a:pt x="1810" y="2020"/>
                  </a:lnTo>
                  <a:cubicBezTo>
                    <a:pt x="1928" y="2020"/>
                    <a:pt x="2009" y="1927"/>
                    <a:pt x="2009" y="1821"/>
                  </a:cubicBezTo>
                  <a:lnTo>
                    <a:pt x="2009" y="200"/>
                  </a:lnTo>
                  <a:cubicBezTo>
                    <a:pt x="2009" y="93"/>
                    <a:pt x="1928" y="1"/>
                    <a:pt x="18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681;p80"/>
            <p:cNvSpPr/>
            <p:nvPr/>
          </p:nvSpPr>
          <p:spPr>
            <a:xfrm>
              <a:off x="5158449" y="1667387"/>
              <a:ext cx="100847" cy="6935"/>
            </a:xfrm>
            <a:custGeom>
              <a:avLst/>
              <a:gdLst/>
              <a:ahLst/>
              <a:cxnLst/>
              <a:rect l="l" t="t" r="r" b="b"/>
              <a:pathLst>
                <a:path w="1367" h="94" extrusionOk="0">
                  <a:moveTo>
                    <a:pt x="48" y="1"/>
                  </a:moveTo>
                  <a:cubicBezTo>
                    <a:pt x="26" y="1"/>
                    <a:pt x="0" y="23"/>
                    <a:pt x="0" y="48"/>
                  </a:cubicBezTo>
                  <a:cubicBezTo>
                    <a:pt x="0" y="71"/>
                    <a:pt x="26" y="93"/>
                    <a:pt x="48" y="93"/>
                  </a:cubicBezTo>
                  <a:lnTo>
                    <a:pt x="1319" y="93"/>
                  </a:lnTo>
                  <a:cubicBezTo>
                    <a:pt x="1356" y="93"/>
                    <a:pt x="1367" y="71"/>
                    <a:pt x="1367" y="48"/>
                  </a:cubicBezTo>
                  <a:cubicBezTo>
                    <a:pt x="1367" y="23"/>
                    <a:pt x="1356" y="1"/>
                    <a:pt x="13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682;p80"/>
            <p:cNvSpPr/>
            <p:nvPr/>
          </p:nvSpPr>
          <p:spPr>
            <a:xfrm>
              <a:off x="5158449" y="1704421"/>
              <a:ext cx="188636" cy="7082"/>
            </a:xfrm>
            <a:custGeom>
              <a:avLst/>
              <a:gdLst/>
              <a:ahLst/>
              <a:cxnLst/>
              <a:rect l="l" t="t" r="r" b="b"/>
              <a:pathLst>
                <a:path w="2557" h="96" extrusionOk="0">
                  <a:moveTo>
                    <a:pt x="48" y="0"/>
                  </a:moveTo>
                  <a:cubicBezTo>
                    <a:pt x="26" y="0"/>
                    <a:pt x="0" y="25"/>
                    <a:pt x="0" y="48"/>
                  </a:cubicBezTo>
                  <a:cubicBezTo>
                    <a:pt x="0" y="70"/>
                    <a:pt x="26" y="95"/>
                    <a:pt x="48" y="95"/>
                  </a:cubicBezTo>
                  <a:lnTo>
                    <a:pt x="2509" y="95"/>
                  </a:lnTo>
                  <a:cubicBezTo>
                    <a:pt x="2546" y="95"/>
                    <a:pt x="2557" y="70"/>
                    <a:pt x="2557" y="48"/>
                  </a:cubicBezTo>
                  <a:cubicBezTo>
                    <a:pt x="2557" y="25"/>
                    <a:pt x="2546" y="0"/>
                    <a:pt x="2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683;p80"/>
            <p:cNvSpPr/>
            <p:nvPr/>
          </p:nvSpPr>
          <p:spPr>
            <a:xfrm>
              <a:off x="5158449" y="1741381"/>
              <a:ext cx="188636" cy="7082"/>
            </a:xfrm>
            <a:custGeom>
              <a:avLst/>
              <a:gdLst/>
              <a:ahLst/>
              <a:cxnLst/>
              <a:rect l="l" t="t" r="r" b="b"/>
              <a:pathLst>
                <a:path w="2557" h="96" extrusionOk="0">
                  <a:moveTo>
                    <a:pt x="48" y="0"/>
                  </a:moveTo>
                  <a:cubicBezTo>
                    <a:pt x="26" y="0"/>
                    <a:pt x="0" y="26"/>
                    <a:pt x="0" y="48"/>
                  </a:cubicBezTo>
                  <a:cubicBezTo>
                    <a:pt x="0" y="70"/>
                    <a:pt x="26" y="96"/>
                    <a:pt x="48" y="96"/>
                  </a:cubicBezTo>
                  <a:lnTo>
                    <a:pt x="2509" y="96"/>
                  </a:lnTo>
                  <a:cubicBezTo>
                    <a:pt x="2546" y="96"/>
                    <a:pt x="2557" y="70"/>
                    <a:pt x="2557" y="48"/>
                  </a:cubicBezTo>
                  <a:cubicBezTo>
                    <a:pt x="2557" y="26"/>
                    <a:pt x="2546" y="0"/>
                    <a:pt x="2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684;p80"/>
            <p:cNvSpPr/>
            <p:nvPr/>
          </p:nvSpPr>
          <p:spPr>
            <a:xfrm>
              <a:off x="5158449" y="1778562"/>
              <a:ext cx="188636" cy="6861"/>
            </a:xfrm>
            <a:custGeom>
              <a:avLst/>
              <a:gdLst/>
              <a:ahLst/>
              <a:cxnLst/>
              <a:rect l="l" t="t" r="r" b="b"/>
              <a:pathLst>
                <a:path w="2557" h="93" extrusionOk="0">
                  <a:moveTo>
                    <a:pt x="48" y="0"/>
                  </a:moveTo>
                  <a:cubicBezTo>
                    <a:pt x="26" y="0"/>
                    <a:pt x="0" y="23"/>
                    <a:pt x="0" y="45"/>
                  </a:cubicBezTo>
                  <a:cubicBezTo>
                    <a:pt x="0" y="70"/>
                    <a:pt x="26" y="93"/>
                    <a:pt x="48" y="93"/>
                  </a:cubicBezTo>
                  <a:lnTo>
                    <a:pt x="2509" y="93"/>
                  </a:lnTo>
                  <a:cubicBezTo>
                    <a:pt x="2546" y="93"/>
                    <a:pt x="2557" y="70"/>
                    <a:pt x="2557" y="45"/>
                  </a:cubicBezTo>
                  <a:cubicBezTo>
                    <a:pt x="2557" y="23"/>
                    <a:pt x="2546" y="0"/>
                    <a:pt x="2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685;p80"/>
            <p:cNvSpPr/>
            <p:nvPr/>
          </p:nvSpPr>
          <p:spPr>
            <a:xfrm>
              <a:off x="4748006" y="2080959"/>
              <a:ext cx="100847" cy="7082"/>
            </a:xfrm>
            <a:custGeom>
              <a:avLst/>
              <a:gdLst/>
              <a:ahLst/>
              <a:cxnLst/>
              <a:rect l="l" t="t" r="r" b="b"/>
              <a:pathLst>
                <a:path w="1367" h="96" extrusionOk="0">
                  <a:moveTo>
                    <a:pt x="48" y="0"/>
                  </a:moveTo>
                  <a:cubicBezTo>
                    <a:pt x="25" y="0"/>
                    <a:pt x="0" y="26"/>
                    <a:pt x="0" y="48"/>
                  </a:cubicBezTo>
                  <a:cubicBezTo>
                    <a:pt x="0" y="70"/>
                    <a:pt x="25" y="96"/>
                    <a:pt x="48" y="96"/>
                  </a:cubicBezTo>
                  <a:lnTo>
                    <a:pt x="1330" y="96"/>
                  </a:lnTo>
                  <a:cubicBezTo>
                    <a:pt x="1355" y="96"/>
                    <a:pt x="1367" y="70"/>
                    <a:pt x="1367" y="48"/>
                  </a:cubicBezTo>
                  <a:cubicBezTo>
                    <a:pt x="1367" y="26"/>
                    <a:pt x="1355" y="0"/>
                    <a:pt x="1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686;p80"/>
            <p:cNvSpPr/>
            <p:nvPr/>
          </p:nvSpPr>
          <p:spPr>
            <a:xfrm>
              <a:off x="4748006" y="2117920"/>
              <a:ext cx="323714" cy="7082"/>
            </a:xfrm>
            <a:custGeom>
              <a:avLst/>
              <a:gdLst/>
              <a:ahLst/>
              <a:cxnLst/>
              <a:rect l="l" t="t" r="r" b="b"/>
              <a:pathLst>
                <a:path w="4388" h="96" extrusionOk="0">
                  <a:moveTo>
                    <a:pt x="48" y="1"/>
                  </a:moveTo>
                  <a:cubicBezTo>
                    <a:pt x="25" y="1"/>
                    <a:pt x="0" y="26"/>
                    <a:pt x="0" y="48"/>
                  </a:cubicBezTo>
                  <a:cubicBezTo>
                    <a:pt x="0" y="71"/>
                    <a:pt x="25" y="96"/>
                    <a:pt x="48" y="96"/>
                  </a:cubicBezTo>
                  <a:lnTo>
                    <a:pt x="4340" y="96"/>
                  </a:lnTo>
                  <a:cubicBezTo>
                    <a:pt x="4366" y="96"/>
                    <a:pt x="4388" y="71"/>
                    <a:pt x="4388" y="48"/>
                  </a:cubicBezTo>
                  <a:cubicBezTo>
                    <a:pt x="4388" y="26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687;p80"/>
            <p:cNvSpPr/>
            <p:nvPr/>
          </p:nvSpPr>
          <p:spPr>
            <a:xfrm>
              <a:off x="4748006" y="2155101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71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1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1688;p80"/>
            <p:cNvSpPr/>
            <p:nvPr/>
          </p:nvSpPr>
          <p:spPr>
            <a:xfrm>
              <a:off x="4748006" y="2192061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71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1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1689;p80"/>
            <p:cNvSpPr/>
            <p:nvPr/>
          </p:nvSpPr>
          <p:spPr>
            <a:xfrm>
              <a:off x="4748006" y="2232562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71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1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1690;p80"/>
            <p:cNvSpPr/>
            <p:nvPr/>
          </p:nvSpPr>
          <p:spPr>
            <a:xfrm>
              <a:off x="4748006" y="2271219"/>
              <a:ext cx="323714" cy="6861"/>
            </a:xfrm>
            <a:custGeom>
              <a:avLst/>
              <a:gdLst/>
              <a:ahLst/>
              <a:cxnLst/>
              <a:rect l="l" t="t" r="r" b="b"/>
              <a:pathLst>
                <a:path w="4388" h="93" extrusionOk="0">
                  <a:moveTo>
                    <a:pt x="48" y="0"/>
                  </a:moveTo>
                  <a:cubicBezTo>
                    <a:pt x="25" y="0"/>
                    <a:pt x="0" y="23"/>
                    <a:pt x="0" y="48"/>
                  </a:cubicBezTo>
                  <a:cubicBezTo>
                    <a:pt x="0" y="70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70"/>
                    <a:pt x="4388" y="48"/>
                  </a:cubicBezTo>
                  <a:cubicBezTo>
                    <a:pt x="4388" y="23"/>
                    <a:pt x="4366" y="0"/>
                    <a:pt x="4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1691;p80"/>
            <p:cNvSpPr/>
            <p:nvPr/>
          </p:nvSpPr>
          <p:spPr>
            <a:xfrm>
              <a:off x="4748006" y="2310023"/>
              <a:ext cx="323714" cy="6935"/>
            </a:xfrm>
            <a:custGeom>
              <a:avLst/>
              <a:gdLst/>
              <a:ahLst/>
              <a:cxnLst/>
              <a:rect l="l" t="t" r="r" b="b"/>
              <a:pathLst>
                <a:path w="4388" h="94" extrusionOk="0">
                  <a:moveTo>
                    <a:pt x="48" y="1"/>
                  </a:moveTo>
                  <a:cubicBezTo>
                    <a:pt x="25" y="1"/>
                    <a:pt x="0" y="23"/>
                    <a:pt x="0" y="46"/>
                  </a:cubicBezTo>
                  <a:cubicBezTo>
                    <a:pt x="0" y="82"/>
                    <a:pt x="25" y="93"/>
                    <a:pt x="48" y="93"/>
                  </a:cubicBezTo>
                  <a:lnTo>
                    <a:pt x="4340" y="93"/>
                  </a:lnTo>
                  <a:cubicBezTo>
                    <a:pt x="4366" y="93"/>
                    <a:pt x="4388" y="82"/>
                    <a:pt x="4388" y="46"/>
                  </a:cubicBezTo>
                  <a:cubicBezTo>
                    <a:pt x="4388" y="23"/>
                    <a:pt x="4366" y="1"/>
                    <a:pt x="4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1692;p80"/>
            <p:cNvSpPr/>
            <p:nvPr/>
          </p:nvSpPr>
          <p:spPr>
            <a:xfrm>
              <a:off x="5190466" y="2101244"/>
              <a:ext cx="651632" cy="873688"/>
            </a:xfrm>
            <a:custGeom>
              <a:avLst/>
              <a:gdLst/>
              <a:ahLst/>
              <a:cxnLst/>
              <a:rect l="l" t="t" r="r" b="b"/>
              <a:pathLst>
                <a:path w="8833" h="11843" extrusionOk="0">
                  <a:moveTo>
                    <a:pt x="2215" y="0"/>
                  </a:moveTo>
                  <a:lnTo>
                    <a:pt x="0" y="2218"/>
                  </a:lnTo>
                  <a:lnTo>
                    <a:pt x="0" y="11843"/>
                  </a:lnTo>
                  <a:lnTo>
                    <a:pt x="8832" y="11843"/>
                  </a:lnTo>
                  <a:lnTo>
                    <a:pt x="88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1693;p80"/>
            <p:cNvSpPr/>
            <p:nvPr/>
          </p:nvSpPr>
          <p:spPr>
            <a:xfrm>
              <a:off x="5190466" y="2101244"/>
              <a:ext cx="163480" cy="163701"/>
            </a:xfrm>
            <a:custGeom>
              <a:avLst/>
              <a:gdLst/>
              <a:ahLst/>
              <a:cxnLst/>
              <a:rect l="l" t="t" r="r" b="b"/>
              <a:pathLst>
                <a:path w="2216" h="2219" extrusionOk="0">
                  <a:moveTo>
                    <a:pt x="2215" y="0"/>
                  </a:moveTo>
                  <a:lnTo>
                    <a:pt x="0" y="2218"/>
                  </a:lnTo>
                  <a:lnTo>
                    <a:pt x="1317" y="2218"/>
                  </a:lnTo>
                  <a:cubicBezTo>
                    <a:pt x="1807" y="2218"/>
                    <a:pt x="2215" y="1820"/>
                    <a:pt x="2215" y="1330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1694;p80"/>
            <p:cNvSpPr/>
            <p:nvPr/>
          </p:nvSpPr>
          <p:spPr>
            <a:xfrm>
              <a:off x="5354682" y="2397293"/>
              <a:ext cx="322976" cy="6271"/>
            </a:xfrm>
            <a:custGeom>
              <a:avLst/>
              <a:gdLst/>
              <a:ahLst/>
              <a:cxnLst/>
              <a:rect l="l" t="t" r="r" b="b"/>
              <a:pathLst>
                <a:path w="4378" h="85" extrusionOk="0">
                  <a:moveTo>
                    <a:pt x="48" y="0"/>
                  </a:moveTo>
                  <a:cubicBezTo>
                    <a:pt x="15" y="0"/>
                    <a:pt x="1" y="14"/>
                    <a:pt x="1" y="36"/>
                  </a:cubicBezTo>
                  <a:cubicBezTo>
                    <a:pt x="1" y="70"/>
                    <a:pt x="15" y="84"/>
                    <a:pt x="48" y="84"/>
                  </a:cubicBezTo>
                  <a:lnTo>
                    <a:pt x="4330" y="84"/>
                  </a:lnTo>
                  <a:cubicBezTo>
                    <a:pt x="4355" y="84"/>
                    <a:pt x="4377" y="70"/>
                    <a:pt x="4377" y="36"/>
                  </a:cubicBezTo>
                  <a:cubicBezTo>
                    <a:pt x="4377" y="14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1695;p80"/>
            <p:cNvSpPr/>
            <p:nvPr/>
          </p:nvSpPr>
          <p:spPr>
            <a:xfrm>
              <a:off x="5354682" y="2433442"/>
              <a:ext cx="322976" cy="7082"/>
            </a:xfrm>
            <a:custGeom>
              <a:avLst/>
              <a:gdLst/>
              <a:ahLst/>
              <a:cxnLst/>
              <a:rect l="l" t="t" r="r" b="b"/>
              <a:pathLst>
                <a:path w="4378" h="96" extrusionOk="0">
                  <a:moveTo>
                    <a:pt x="48" y="0"/>
                  </a:moveTo>
                  <a:cubicBezTo>
                    <a:pt x="15" y="0"/>
                    <a:pt x="1" y="25"/>
                    <a:pt x="1" y="48"/>
                  </a:cubicBezTo>
                  <a:cubicBezTo>
                    <a:pt x="1" y="70"/>
                    <a:pt x="15" y="95"/>
                    <a:pt x="48" y="95"/>
                  </a:cubicBezTo>
                  <a:lnTo>
                    <a:pt x="4330" y="95"/>
                  </a:lnTo>
                  <a:cubicBezTo>
                    <a:pt x="4355" y="95"/>
                    <a:pt x="4377" y="70"/>
                    <a:pt x="4377" y="48"/>
                  </a:cubicBezTo>
                  <a:cubicBezTo>
                    <a:pt x="4377" y="25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1696;p80"/>
            <p:cNvSpPr/>
            <p:nvPr/>
          </p:nvSpPr>
          <p:spPr>
            <a:xfrm>
              <a:off x="5354682" y="2470623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0"/>
                  </a:moveTo>
                  <a:cubicBezTo>
                    <a:pt x="15" y="0"/>
                    <a:pt x="1" y="23"/>
                    <a:pt x="1" y="45"/>
                  </a:cubicBezTo>
                  <a:cubicBezTo>
                    <a:pt x="1" y="70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0"/>
                    <a:pt x="4377" y="45"/>
                  </a:cubicBezTo>
                  <a:cubicBezTo>
                    <a:pt x="4377" y="23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1697;p80"/>
            <p:cNvSpPr/>
            <p:nvPr/>
          </p:nvSpPr>
          <p:spPr>
            <a:xfrm>
              <a:off x="5354682" y="2507583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0"/>
                  </a:moveTo>
                  <a:cubicBezTo>
                    <a:pt x="15" y="0"/>
                    <a:pt x="1" y="23"/>
                    <a:pt x="1" y="45"/>
                  </a:cubicBezTo>
                  <a:cubicBezTo>
                    <a:pt x="1" y="70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0"/>
                    <a:pt x="4377" y="45"/>
                  </a:cubicBezTo>
                  <a:cubicBezTo>
                    <a:pt x="4377" y="23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1698;p80"/>
            <p:cNvSpPr/>
            <p:nvPr/>
          </p:nvSpPr>
          <p:spPr>
            <a:xfrm>
              <a:off x="5354682" y="2544543"/>
              <a:ext cx="322976" cy="6935"/>
            </a:xfrm>
            <a:custGeom>
              <a:avLst/>
              <a:gdLst/>
              <a:ahLst/>
              <a:cxnLst/>
              <a:rect l="l" t="t" r="r" b="b"/>
              <a:pathLst>
                <a:path w="4378" h="94" extrusionOk="0">
                  <a:moveTo>
                    <a:pt x="48" y="1"/>
                  </a:moveTo>
                  <a:cubicBezTo>
                    <a:pt x="15" y="1"/>
                    <a:pt x="1" y="23"/>
                    <a:pt x="1" y="48"/>
                  </a:cubicBezTo>
                  <a:cubicBezTo>
                    <a:pt x="1" y="71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1"/>
                    <a:pt x="4377" y="48"/>
                  </a:cubicBezTo>
                  <a:cubicBezTo>
                    <a:pt x="4377" y="23"/>
                    <a:pt x="4355" y="1"/>
                    <a:pt x="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1699;p80"/>
            <p:cNvSpPr/>
            <p:nvPr/>
          </p:nvSpPr>
          <p:spPr>
            <a:xfrm>
              <a:off x="5354682" y="2626357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1"/>
                  </a:moveTo>
                  <a:cubicBezTo>
                    <a:pt x="15" y="1"/>
                    <a:pt x="1" y="23"/>
                    <a:pt x="1" y="45"/>
                  </a:cubicBezTo>
                  <a:cubicBezTo>
                    <a:pt x="1" y="71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1"/>
                    <a:pt x="4377" y="45"/>
                  </a:cubicBezTo>
                  <a:cubicBezTo>
                    <a:pt x="4377" y="23"/>
                    <a:pt x="4355" y="1"/>
                    <a:pt x="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1700;p80"/>
            <p:cNvSpPr/>
            <p:nvPr/>
          </p:nvSpPr>
          <p:spPr>
            <a:xfrm>
              <a:off x="5354682" y="2663317"/>
              <a:ext cx="322976" cy="6935"/>
            </a:xfrm>
            <a:custGeom>
              <a:avLst/>
              <a:gdLst/>
              <a:ahLst/>
              <a:cxnLst/>
              <a:rect l="l" t="t" r="r" b="b"/>
              <a:pathLst>
                <a:path w="4378" h="94" extrusionOk="0">
                  <a:moveTo>
                    <a:pt x="48" y="1"/>
                  </a:moveTo>
                  <a:cubicBezTo>
                    <a:pt x="15" y="1"/>
                    <a:pt x="1" y="23"/>
                    <a:pt x="1" y="48"/>
                  </a:cubicBezTo>
                  <a:cubicBezTo>
                    <a:pt x="1" y="71"/>
                    <a:pt x="15" y="93"/>
                    <a:pt x="48" y="93"/>
                  </a:cubicBezTo>
                  <a:lnTo>
                    <a:pt x="4330" y="93"/>
                  </a:lnTo>
                  <a:cubicBezTo>
                    <a:pt x="4355" y="93"/>
                    <a:pt x="4377" y="71"/>
                    <a:pt x="4377" y="48"/>
                  </a:cubicBezTo>
                  <a:cubicBezTo>
                    <a:pt x="4377" y="23"/>
                    <a:pt x="4355" y="1"/>
                    <a:pt x="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1701;p80"/>
            <p:cNvSpPr/>
            <p:nvPr/>
          </p:nvSpPr>
          <p:spPr>
            <a:xfrm>
              <a:off x="5354682" y="2700351"/>
              <a:ext cx="322976" cy="6861"/>
            </a:xfrm>
            <a:custGeom>
              <a:avLst/>
              <a:gdLst/>
              <a:ahLst/>
              <a:cxnLst/>
              <a:rect l="l" t="t" r="r" b="b"/>
              <a:pathLst>
                <a:path w="4378" h="93" extrusionOk="0">
                  <a:moveTo>
                    <a:pt x="48" y="0"/>
                  </a:moveTo>
                  <a:cubicBezTo>
                    <a:pt x="15" y="0"/>
                    <a:pt x="1" y="11"/>
                    <a:pt x="1" y="48"/>
                  </a:cubicBezTo>
                  <a:cubicBezTo>
                    <a:pt x="1" y="70"/>
                    <a:pt x="15" y="92"/>
                    <a:pt x="48" y="92"/>
                  </a:cubicBezTo>
                  <a:lnTo>
                    <a:pt x="4330" y="92"/>
                  </a:lnTo>
                  <a:cubicBezTo>
                    <a:pt x="4355" y="92"/>
                    <a:pt x="4377" y="70"/>
                    <a:pt x="4377" y="48"/>
                  </a:cubicBezTo>
                  <a:cubicBezTo>
                    <a:pt x="4377" y="11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1702;p80"/>
            <p:cNvSpPr/>
            <p:nvPr/>
          </p:nvSpPr>
          <p:spPr>
            <a:xfrm>
              <a:off x="5354682" y="2737311"/>
              <a:ext cx="322976" cy="6049"/>
            </a:xfrm>
            <a:custGeom>
              <a:avLst/>
              <a:gdLst/>
              <a:ahLst/>
              <a:cxnLst/>
              <a:rect l="l" t="t" r="r" b="b"/>
              <a:pathLst>
                <a:path w="4378" h="82" extrusionOk="0">
                  <a:moveTo>
                    <a:pt x="48" y="0"/>
                  </a:moveTo>
                  <a:cubicBezTo>
                    <a:pt x="15" y="0"/>
                    <a:pt x="1" y="11"/>
                    <a:pt x="1" y="37"/>
                  </a:cubicBezTo>
                  <a:cubicBezTo>
                    <a:pt x="1" y="70"/>
                    <a:pt x="15" y="81"/>
                    <a:pt x="48" y="81"/>
                  </a:cubicBezTo>
                  <a:lnTo>
                    <a:pt x="4330" y="81"/>
                  </a:lnTo>
                  <a:cubicBezTo>
                    <a:pt x="4355" y="81"/>
                    <a:pt x="4377" y="70"/>
                    <a:pt x="4377" y="37"/>
                  </a:cubicBezTo>
                  <a:cubicBezTo>
                    <a:pt x="4377" y="11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1703;p80"/>
            <p:cNvSpPr/>
            <p:nvPr/>
          </p:nvSpPr>
          <p:spPr>
            <a:xfrm>
              <a:off x="5354682" y="2773459"/>
              <a:ext cx="322976" cy="7082"/>
            </a:xfrm>
            <a:custGeom>
              <a:avLst/>
              <a:gdLst/>
              <a:ahLst/>
              <a:cxnLst/>
              <a:rect l="l" t="t" r="r" b="b"/>
              <a:pathLst>
                <a:path w="4378" h="96" extrusionOk="0">
                  <a:moveTo>
                    <a:pt x="48" y="0"/>
                  </a:moveTo>
                  <a:cubicBezTo>
                    <a:pt x="15" y="0"/>
                    <a:pt x="1" y="26"/>
                    <a:pt x="1" y="48"/>
                  </a:cubicBezTo>
                  <a:cubicBezTo>
                    <a:pt x="1" y="70"/>
                    <a:pt x="15" y="96"/>
                    <a:pt x="48" y="96"/>
                  </a:cubicBezTo>
                  <a:lnTo>
                    <a:pt x="4330" y="96"/>
                  </a:lnTo>
                  <a:cubicBezTo>
                    <a:pt x="4355" y="96"/>
                    <a:pt x="4377" y="70"/>
                    <a:pt x="4377" y="48"/>
                  </a:cubicBezTo>
                  <a:cubicBezTo>
                    <a:pt x="4377" y="26"/>
                    <a:pt x="4355" y="0"/>
                    <a:pt x="43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1704;p80"/>
            <p:cNvSpPr/>
            <p:nvPr/>
          </p:nvSpPr>
          <p:spPr>
            <a:xfrm>
              <a:off x="5358223" y="2310463"/>
              <a:ext cx="157652" cy="46624"/>
            </a:xfrm>
            <a:custGeom>
              <a:avLst/>
              <a:gdLst/>
              <a:ahLst/>
              <a:cxnLst/>
              <a:rect l="l" t="t" r="r" b="b"/>
              <a:pathLst>
                <a:path w="2137" h="632" extrusionOk="0">
                  <a:moveTo>
                    <a:pt x="0" y="1"/>
                  </a:moveTo>
                  <a:lnTo>
                    <a:pt x="0" y="631"/>
                  </a:lnTo>
                  <a:lnTo>
                    <a:pt x="2137" y="631"/>
                  </a:lnTo>
                  <a:lnTo>
                    <a:pt x="21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1705;p80"/>
            <p:cNvSpPr/>
            <p:nvPr/>
          </p:nvSpPr>
          <p:spPr>
            <a:xfrm>
              <a:off x="3301901" y="1881657"/>
              <a:ext cx="607812" cy="479521"/>
            </a:xfrm>
            <a:custGeom>
              <a:avLst/>
              <a:gdLst/>
              <a:ahLst/>
              <a:cxnLst/>
              <a:rect l="l" t="t" r="r" b="b"/>
              <a:pathLst>
                <a:path w="8239" h="6500" extrusionOk="0">
                  <a:moveTo>
                    <a:pt x="454" y="0"/>
                  </a:moveTo>
                  <a:cubicBezTo>
                    <a:pt x="211" y="0"/>
                    <a:pt x="1" y="210"/>
                    <a:pt x="1" y="456"/>
                  </a:cubicBezTo>
                  <a:lnTo>
                    <a:pt x="1" y="6043"/>
                  </a:lnTo>
                  <a:cubicBezTo>
                    <a:pt x="1" y="6289"/>
                    <a:pt x="211" y="6499"/>
                    <a:pt x="454" y="6499"/>
                  </a:cubicBezTo>
                  <a:lnTo>
                    <a:pt x="7771" y="6499"/>
                  </a:lnTo>
                  <a:cubicBezTo>
                    <a:pt x="8029" y="6499"/>
                    <a:pt x="8239" y="6289"/>
                    <a:pt x="8239" y="6043"/>
                  </a:cubicBezTo>
                  <a:lnTo>
                    <a:pt x="8239" y="456"/>
                  </a:lnTo>
                  <a:cubicBezTo>
                    <a:pt x="8239" y="210"/>
                    <a:pt x="8029" y="0"/>
                    <a:pt x="7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1706;p80"/>
            <p:cNvSpPr/>
            <p:nvPr/>
          </p:nvSpPr>
          <p:spPr>
            <a:xfrm>
              <a:off x="3301901" y="1881657"/>
              <a:ext cx="607812" cy="87863"/>
            </a:xfrm>
            <a:custGeom>
              <a:avLst/>
              <a:gdLst/>
              <a:ahLst/>
              <a:cxnLst/>
              <a:rect l="l" t="t" r="r" b="b"/>
              <a:pathLst>
                <a:path w="8239" h="1191" extrusionOk="0">
                  <a:moveTo>
                    <a:pt x="454" y="0"/>
                  </a:moveTo>
                  <a:cubicBezTo>
                    <a:pt x="211" y="0"/>
                    <a:pt x="1" y="210"/>
                    <a:pt x="1" y="456"/>
                  </a:cubicBezTo>
                  <a:lnTo>
                    <a:pt x="1" y="1190"/>
                  </a:lnTo>
                  <a:lnTo>
                    <a:pt x="8239" y="1190"/>
                  </a:lnTo>
                  <a:lnTo>
                    <a:pt x="8239" y="456"/>
                  </a:lnTo>
                  <a:cubicBezTo>
                    <a:pt x="8239" y="210"/>
                    <a:pt x="8029" y="0"/>
                    <a:pt x="77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1707;p80"/>
            <p:cNvSpPr/>
            <p:nvPr/>
          </p:nvSpPr>
          <p:spPr>
            <a:xfrm>
              <a:off x="3464495" y="2016734"/>
              <a:ext cx="282475" cy="283286"/>
            </a:xfrm>
            <a:custGeom>
              <a:avLst/>
              <a:gdLst/>
              <a:ahLst/>
              <a:cxnLst/>
              <a:rect l="l" t="t" r="r" b="b"/>
              <a:pathLst>
                <a:path w="3829" h="3840" extrusionOk="0">
                  <a:moveTo>
                    <a:pt x="1916" y="0"/>
                  </a:moveTo>
                  <a:cubicBezTo>
                    <a:pt x="1751" y="0"/>
                    <a:pt x="1599" y="26"/>
                    <a:pt x="1448" y="59"/>
                  </a:cubicBezTo>
                  <a:lnTo>
                    <a:pt x="1916" y="1927"/>
                  </a:lnTo>
                  <a:lnTo>
                    <a:pt x="1" y="2089"/>
                  </a:lnTo>
                  <a:cubicBezTo>
                    <a:pt x="85" y="3069"/>
                    <a:pt x="911" y="3839"/>
                    <a:pt x="1916" y="3839"/>
                  </a:cubicBezTo>
                  <a:cubicBezTo>
                    <a:pt x="2977" y="3839"/>
                    <a:pt x="3828" y="2988"/>
                    <a:pt x="3828" y="1927"/>
                  </a:cubicBezTo>
                  <a:cubicBezTo>
                    <a:pt x="3828" y="866"/>
                    <a:pt x="2977" y="0"/>
                    <a:pt x="1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1708;p80"/>
            <p:cNvSpPr/>
            <p:nvPr/>
          </p:nvSpPr>
          <p:spPr>
            <a:xfrm>
              <a:off x="3472315" y="2031415"/>
              <a:ext cx="124897" cy="131831"/>
            </a:xfrm>
            <a:custGeom>
              <a:avLst/>
              <a:gdLst/>
              <a:ahLst/>
              <a:cxnLst/>
              <a:rect l="l" t="t" r="r" b="b"/>
              <a:pathLst>
                <a:path w="1693" h="1787" extrusionOk="0">
                  <a:moveTo>
                    <a:pt x="1283" y="0"/>
                  </a:moveTo>
                  <a:cubicBezTo>
                    <a:pt x="550" y="188"/>
                    <a:pt x="1" y="851"/>
                    <a:pt x="1" y="1633"/>
                  </a:cubicBezTo>
                  <a:cubicBezTo>
                    <a:pt x="1" y="1680"/>
                    <a:pt x="12" y="1739"/>
                    <a:pt x="12" y="1787"/>
                  </a:cubicBezTo>
                  <a:lnTo>
                    <a:pt x="1692" y="1633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1709;p80"/>
            <p:cNvSpPr/>
            <p:nvPr/>
          </p:nvSpPr>
          <p:spPr>
            <a:xfrm>
              <a:off x="3341590" y="1914264"/>
              <a:ext cx="22353" cy="22574"/>
            </a:xfrm>
            <a:custGeom>
              <a:avLst/>
              <a:gdLst/>
              <a:ahLst/>
              <a:cxnLst/>
              <a:rect l="l" t="t" r="r" b="b"/>
              <a:pathLst>
                <a:path w="303" h="306" extrusionOk="0">
                  <a:moveTo>
                    <a:pt x="152" y="0"/>
                  </a:moveTo>
                  <a:cubicBezTo>
                    <a:pt x="56" y="0"/>
                    <a:pt x="0" y="70"/>
                    <a:pt x="0" y="154"/>
                  </a:cubicBezTo>
                  <a:cubicBezTo>
                    <a:pt x="0" y="247"/>
                    <a:pt x="56" y="306"/>
                    <a:pt x="152" y="306"/>
                  </a:cubicBezTo>
                  <a:cubicBezTo>
                    <a:pt x="233" y="306"/>
                    <a:pt x="303" y="247"/>
                    <a:pt x="303" y="154"/>
                  </a:cubicBezTo>
                  <a:cubicBezTo>
                    <a:pt x="303" y="70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1710;p80"/>
            <p:cNvSpPr/>
            <p:nvPr/>
          </p:nvSpPr>
          <p:spPr>
            <a:xfrm>
              <a:off x="3382903" y="1914264"/>
              <a:ext cx="22353" cy="22574"/>
            </a:xfrm>
            <a:custGeom>
              <a:avLst/>
              <a:gdLst/>
              <a:ahLst/>
              <a:cxnLst/>
              <a:rect l="l" t="t" r="r" b="b"/>
              <a:pathLst>
                <a:path w="303" h="306" extrusionOk="0">
                  <a:moveTo>
                    <a:pt x="152" y="0"/>
                  </a:moveTo>
                  <a:cubicBezTo>
                    <a:pt x="70" y="0"/>
                    <a:pt x="0" y="70"/>
                    <a:pt x="0" y="154"/>
                  </a:cubicBezTo>
                  <a:cubicBezTo>
                    <a:pt x="0" y="247"/>
                    <a:pt x="70" y="306"/>
                    <a:pt x="152" y="306"/>
                  </a:cubicBezTo>
                  <a:cubicBezTo>
                    <a:pt x="233" y="306"/>
                    <a:pt x="303" y="247"/>
                    <a:pt x="303" y="154"/>
                  </a:cubicBezTo>
                  <a:cubicBezTo>
                    <a:pt x="303" y="70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1711;p80"/>
            <p:cNvSpPr/>
            <p:nvPr/>
          </p:nvSpPr>
          <p:spPr>
            <a:xfrm>
              <a:off x="3424215" y="1914264"/>
              <a:ext cx="22353" cy="22574"/>
            </a:xfrm>
            <a:custGeom>
              <a:avLst/>
              <a:gdLst/>
              <a:ahLst/>
              <a:cxnLst/>
              <a:rect l="l" t="t" r="r" b="b"/>
              <a:pathLst>
                <a:path w="303" h="306" extrusionOk="0">
                  <a:moveTo>
                    <a:pt x="152" y="0"/>
                  </a:moveTo>
                  <a:cubicBezTo>
                    <a:pt x="70" y="0"/>
                    <a:pt x="0" y="70"/>
                    <a:pt x="0" y="154"/>
                  </a:cubicBezTo>
                  <a:cubicBezTo>
                    <a:pt x="0" y="247"/>
                    <a:pt x="70" y="306"/>
                    <a:pt x="152" y="306"/>
                  </a:cubicBezTo>
                  <a:cubicBezTo>
                    <a:pt x="233" y="306"/>
                    <a:pt x="303" y="247"/>
                    <a:pt x="303" y="154"/>
                  </a:cubicBezTo>
                  <a:cubicBezTo>
                    <a:pt x="303" y="70"/>
                    <a:pt x="233" y="0"/>
                    <a:pt x="1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1712;p80"/>
            <p:cNvSpPr/>
            <p:nvPr/>
          </p:nvSpPr>
          <p:spPr>
            <a:xfrm>
              <a:off x="5161990" y="1265400"/>
              <a:ext cx="541490" cy="385756"/>
            </a:xfrm>
            <a:custGeom>
              <a:avLst/>
              <a:gdLst/>
              <a:ahLst/>
              <a:cxnLst/>
              <a:rect l="l" t="t" r="r" b="b"/>
              <a:pathLst>
                <a:path w="7340" h="5229" extrusionOk="0">
                  <a:moveTo>
                    <a:pt x="339" y="1"/>
                  </a:moveTo>
                  <a:cubicBezTo>
                    <a:pt x="151" y="1"/>
                    <a:pt x="0" y="152"/>
                    <a:pt x="0" y="339"/>
                  </a:cubicBezTo>
                  <a:lnTo>
                    <a:pt x="0" y="4890"/>
                  </a:lnTo>
                  <a:cubicBezTo>
                    <a:pt x="0" y="5077"/>
                    <a:pt x="151" y="5229"/>
                    <a:pt x="339" y="5229"/>
                  </a:cubicBezTo>
                  <a:lnTo>
                    <a:pt x="6989" y="5229"/>
                  </a:lnTo>
                  <a:cubicBezTo>
                    <a:pt x="7188" y="5229"/>
                    <a:pt x="7339" y="5077"/>
                    <a:pt x="7339" y="4890"/>
                  </a:cubicBezTo>
                  <a:lnTo>
                    <a:pt x="7339" y="339"/>
                  </a:lnTo>
                  <a:cubicBezTo>
                    <a:pt x="7339" y="152"/>
                    <a:pt x="7188" y="1"/>
                    <a:pt x="6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1713;p80"/>
            <p:cNvSpPr/>
            <p:nvPr/>
          </p:nvSpPr>
          <p:spPr>
            <a:xfrm>
              <a:off x="5330706" y="1351345"/>
              <a:ext cx="223014" cy="213866"/>
            </a:xfrm>
            <a:custGeom>
              <a:avLst/>
              <a:gdLst/>
              <a:ahLst/>
              <a:cxnLst/>
              <a:rect l="l" t="t" r="r" b="b"/>
              <a:pathLst>
                <a:path w="3023" h="2899" extrusionOk="0">
                  <a:moveTo>
                    <a:pt x="360" y="1"/>
                  </a:moveTo>
                  <a:cubicBezTo>
                    <a:pt x="173" y="1"/>
                    <a:pt x="1" y="151"/>
                    <a:pt x="1" y="353"/>
                  </a:cubicBezTo>
                  <a:lnTo>
                    <a:pt x="1" y="2546"/>
                  </a:lnTo>
                  <a:cubicBezTo>
                    <a:pt x="1" y="2748"/>
                    <a:pt x="173" y="2898"/>
                    <a:pt x="360" y="2898"/>
                  </a:cubicBezTo>
                  <a:cubicBezTo>
                    <a:pt x="411" y="2898"/>
                    <a:pt x="463" y="2887"/>
                    <a:pt x="513" y="2862"/>
                  </a:cubicBezTo>
                  <a:lnTo>
                    <a:pt x="2753" y="1765"/>
                  </a:lnTo>
                  <a:cubicBezTo>
                    <a:pt x="3022" y="1636"/>
                    <a:pt x="3022" y="1263"/>
                    <a:pt x="2753" y="1135"/>
                  </a:cubicBezTo>
                  <a:lnTo>
                    <a:pt x="513" y="37"/>
                  </a:lnTo>
                  <a:cubicBezTo>
                    <a:pt x="463" y="12"/>
                    <a:pt x="411" y="1"/>
                    <a:pt x="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1714;p80"/>
            <p:cNvSpPr/>
            <p:nvPr/>
          </p:nvSpPr>
          <p:spPr>
            <a:xfrm>
              <a:off x="3296826" y="2440187"/>
              <a:ext cx="541471" cy="540722"/>
            </a:xfrm>
            <a:custGeom>
              <a:avLst/>
              <a:gdLst/>
              <a:ahLst/>
              <a:cxnLst/>
              <a:rect l="l" t="t" r="r" b="b"/>
              <a:pathLst>
                <a:path w="7959" h="7948" extrusionOk="0">
                  <a:moveTo>
                    <a:pt x="3980" y="3117"/>
                  </a:moveTo>
                  <a:cubicBezTo>
                    <a:pt x="4330" y="3117"/>
                    <a:pt x="4644" y="3341"/>
                    <a:pt x="4772" y="3666"/>
                  </a:cubicBezTo>
                  <a:cubicBezTo>
                    <a:pt x="4865" y="3924"/>
                    <a:pt x="4842" y="4193"/>
                    <a:pt x="4702" y="4425"/>
                  </a:cubicBezTo>
                  <a:cubicBezTo>
                    <a:pt x="4562" y="4646"/>
                    <a:pt x="4330" y="4797"/>
                    <a:pt x="4061" y="4823"/>
                  </a:cubicBezTo>
                  <a:cubicBezTo>
                    <a:pt x="4036" y="4825"/>
                    <a:pt x="4011" y="4826"/>
                    <a:pt x="3986" y="4826"/>
                  </a:cubicBezTo>
                  <a:cubicBezTo>
                    <a:pt x="3639" y="4826"/>
                    <a:pt x="3305" y="4612"/>
                    <a:pt x="3185" y="4285"/>
                  </a:cubicBezTo>
                  <a:cubicBezTo>
                    <a:pt x="3092" y="4027"/>
                    <a:pt x="3115" y="3761"/>
                    <a:pt x="3255" y="3526"/>
                  </a:cubicBezTo>
                  <a:cubicBezTo>
                    <a:pt x="3395" y="3305"/>
                    <a:pt x="3630" y="3154"/>
                    <a:pt x="3899" y="3131"/>
                  </a:cubicBezTo>
                  <a:cubicBezTo>
                    <a:pt x="3921" y="3117"/>
                    <a:pt x="3955" y="3117"/>
                    <a:pt x="3980" y="3117"/>
                  </a:cubicBezTo>
                  <a:close/>
                  <a:moveTo>
                    <a:pt x="3595" y="1"/>
                  </a:moveTo>
                  <a:cubicBezTo>
                    <a:pt x="3587" y="1"/>
                    <a:pt x="3579" y="2"/>
                    <a:pt x="3571" y="3"/>
                  </a:cubicBezTo>
                  <a:lnTo>
                    <a:pt x="2289" y="353"/>
                  </a:lnTo>
                  <a:cubicBezTo>
                    <a:pt x="2263" y="365"/>
                    <a:pt x="2241" y="376"/>
                    <a:pt x="2230" y="401"/>
                  </a:cubicBezTo>
                  <a:cubicBezTo>
                    <a:pt x="2219" y="424"/>
                    <a:pt x="2219" y="446"/>
                    <a:pt x="2230" y="471"/>
                  </a:cubicBezTo>
                  <a:lnTo>
                    <a:pt x="2485" y="1426"/>
                  </a:lnTo>
                  <a:cubicBezTo>
                    <a:pt x="2263" y="1566"/>
                    <a:pt x="2053" y="1717"/>
                    <a:pt x="1868" y="1916"/>
                  </a:cubicBezTo>
                  <a:lnTo>
                    <a:pt x="1003" y="1415"/>
                  </a:lnTo>
                  <a:cubicBezTo>
                    <a:pt x="991" y="1409"/>
                    <a:pt x="977" y="1406"/>
                    <a:pt x="964" y="1406"/>
                  </a:cubicBezTo>
                  <a:cubicBezTo>
                    <a:pt x="928" y="1406"/>
                    <a:pt x="893" y="1425"/>
                    <a:pt x="874" y="1451"/>
                  </a:cubicBezTo>
                  <a:lnTo>
                    <a:pt x="222" y="2605"/>
                  </a:lnTo>
                  <a:cubicBezTo>
                    <a:pt x="200" y="2652"/>
                    <a:pt x="211" y="2711"/>
                    <a:pt x="258" y="2734"/>
                  </a:cubicBezTo>
                  <a:lnTo>
                    <a:pt x="1121" y="3224"/>
                  </a:lnTo>
                  <a:cubicBezTo>
                    <a:pt x="1062" y="3481"/>
                    <a:pt x="1028" y="3736"/>
                    <a:pt x="1028" y="4005"/>
                  </a:cubicBezTo>
                  <a:lnTo>
                    <a:pt x="71" y="4274"/>
                  </a:lnTo>
                  <a:cubicBezTo>
                    <a:pt x="48" y="4274"/>
                    <a:pt x="23" y="4296"/>
                    <a:pt x="12" y="4307"/>
                  </a:cubicBezTo>
                  <a:cubicBezTo>
                    <a:pt x="1" y="4333"/>
                    <a:pt x="1" y="4355"/>
                    <a:pt x="1" y="4377"/>
                  </a:cubicBezTo>
                  <a:lnTo>
                    <a:pt x="362" y="5663"/>
                  </a:lnTo>
                  <a:cubicBezTo>
                    <a:pt x="372" y="5702"/>
                    <a:pt x="410" y="5735"/>
                    <a:pt x="451" y="5735"/>
                  </a:cubicBezTo>
                  <a:cubicBezTo>
                    <a:pt x="457" y="5735"/>
                    <a:pt x="462" y="5734"/>
                    <a:pt x="468" y="5733"/>
                  </a:cubicBezTo>
                  <a:lnTo>
                    <a:pt x="1434" y="5464"/>
                  </a:lnTo>
                  <a:cubicBezTo>
                    <a:pt x="1563" y="5685"/>
                    <a:pt x="1728" y="5895"/>
                    <a:pt x="1913" y="6083"/>
                  </a:cubicBezTo>
                  <a:lnTo>
                    <a:pt x="1423" y="6945"/>
                  </a:lnTo>
                  <a:cubicBezTo>
                    <a:pt x="1401" y="6993"/>
                    <a:pt x="1412" y="7052"/>
                    <a:pt x="1460" y="7074"/>
                  </a:cubicBezTo>
                  <a:lnTo>
                    <a:pt x="2613" y="7727"/>
                  </a:lnTo>
                  <a:cubicBezTo>
                    <a:pt x="2625" y="7735"/>
                    <a:pt x="2640" y="7739"/>
                    <a:pt x="2655" y="7739"/>
                  </a:cubicBezTo>
                  <a:cubicBezTo>
                    <a:pt x="2685" y="7739"/>
                    <a:pt x="2716" y="7723"/>
                    <a:pt x="2731" y="7693"/>
                  </a:cubicBezTo>
                  <a:lnTo>
                    <a:pt x="3232" y="6828"/>
                  </a:lnTo>
                  <a:cubicBezTo>
                    <a:pt x="3479" y="6898"/>
                    <a:pt x="3745" y="6923"/>
                    <a:pt x="4002" y="6923"/>
                  </a:cubicBezTo>
                  <a:lnTo>
                    <a:pt x="4271" y="7892"/>
                  </a:lnTo>
                  <a:cubicBezTo>
                    <a:pt x="4282" y="7914"/>
                    <a:pt x="4293" y="7925"/>
                    <a:pt x="4319" y="7937"/>
                  </a:cubicBezTo>
                  <a:cubicBezTo>
                    <a:pt x="4330" y="7948"/>
                    <a:pt x="4341" y="7948"/>
                    <a:pt x="4363" y="7948"/>
                  </a:cubicBezTo>
                  <a:lnTo>
                    <a:pt x="4389" y="7948"/>
                  </a:lnTo>
                  <a:lnTo>
                    <a:pt x="5660" y="7598"/>
                  </a:lnTo>
                  <a:cubicBezTo>
                    <a:pt x="5719" y="7587"/>
                    <a:pt x="5741" y="7528"/>
                    <a:pt x="5730" y="7483"/>
                  </a:cubicBezTo>
                  <a:lnTo>
                    <a:pt x="5461" y="6525"/>
                  </a:lnTo>
                  <a:cubicBezTo>
                    <a:pt x="5694" y="6385"/>
                    <a:pt x="5904" y="6223"/>
                    <a:pt x="6080" y="6035"/>
                  </a:cubicBezTo>
                  <a:lnTo>
                    <a:pt x="6954" y="6525"/>
                  </a:lnTo>
                  <a:cubicBezTo>
                    <a:pt x="6970" y="6537"/>
                    <a:pt x="6985" y="6543"/>
                    <a:pt x="7001" y="6543"/>
                  </a:cubicBezTo>
                  <a:cubicBezTo>
                    <a:pt x="7031" y="6543"/>
                    <a:pt x="7060" y="6521"/>
                    <a:pt x="7083" y="6492"/>
                  </a:cubicBezTo>
                  <a:lnTo>
                    <a:pt x="7735" y="5346"/>
                  </a:lnTo>
                  <a:cubicBezTo>
                    <a:pt x="7760" y="5302"/>
                    <a:pt x="7735" y="5243"/>
                    <a:pt x="7701" y="5218"/>
                  </a:cubicBezTo>
                  <a:lnTo>
                    <a:pt x="6825" y="4727"/>
                  </a:lnTo>
                  <a:cubicBezTo>
                    <a:pt x="6895" y="4473"/>
                    <a:pt x="6931" y="4204"/>
                    <a:pt x="6931" y="3946"/>
                  </a:cubicBezTo>
                  <a:lnTo>
                    <a:pt x="7889" y="3677"/>
                  </a:lnTo>
                  <a:cubicBezTo>
                    <a:pt x="7911" y="3666"/>
                    <a:pt x="7934" y="3655"/>
                    <a:pt x="7945" y="3633"/>
                  </a:cubicBezTo>
                  <a:cubicBezTo>
                    <a:pt x="7959" y="3621"/>
                    <a:pt x="7959" y="3585"/>
                    <a:pt x="7945" y="3563"/>
                  </a:cubicBezTo>
                  <a:lnTo>
                    <a:pt x="7595" y="2291"/>
                  </a:lnTo>
                  <a:cubicBezTo>
                    <a:pt x="7585" y="2251"/>
                    <a:pt x="7551" y="2218"/>
                    <a:pt x="7512" y="2218"/>
                  </a:cubicBezTo>
                  <a:cubicBezTo>
                    <a:pt x="7505" y="2218"/>
                    <a:pt x="7498" y="2219"/>
                    <a:pt x="7491" y="2221"/>
                  </a:cubicBezTo>
                  <a:lnTo>
                    <a:pt x="6522" y="2487"/>
                  </a:lnTo>
                  <a:cubicBezTo>
                    <a:pt x="6394" y="2255"/>
                    <a:pt x="6231" y="2056"/>
                    <a:pt x="6044" y="1871"/>
                  </a:cubicBezTo>
                  <a:lnTo>
                    <a:pt x="6534" y="995"/>
                  </a:lnTo>
                  <a:cubicBezTo>
                    <a:pt x="6559" y="961"/>
                    <a:pt x="6545" y="902"/>
                    <a:pt x="6500" y="877"/>
                  </a:cubicBezTo>
                  <a:lnTo>
                    <a:pt x="5344" y="225"/>
                  </a:lnTo>
                  <a:cubicBezTo>
                    <a:pt x="5329" y="217"/>
                    <a:pt x="5313" y="214"/>
                    <a:pt x="5297" y="214"/>
                  </a:cubicBezTo>
                  <a:cubicBezTo>
                    <a:pt x="5264" y="214"/>
                    <a:pt x="5232" y="229"/>
                    <a:pt x="5215" y="261"/>
                  </a:cubicBezTo>
                  <a:lnTo>
                    <a:pt x="4725" y="1124"/>
                  </a:lnTo>
                  <a:cubicBezTo>
                    <a:pt x="4470" y="1054"/>
                    <a:pt x="4212" y="1031"/>
                    <a:pt x="3943" y="1031"/>
                  </a:cubicBezTo>
                  <a:lnTo>
                    <a:pt x="3675" y="62"/>
                  </a:lnTo>
                  <a:cubicBezTo>
                    <a:pt x="3665" y="23"/>
                    <a:pt x="3633" y="1"/>
                    <a:pt x="3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1715;p80"/>
            <p:cNvSpPr/>
            <p:nvPr/>
          </p:nvSpPr>
          <p:spPr>
            <a:xfrm>
              <a:off x="3884700" y="2751770"/>
              <a:ext cx="351231" cy="349829"/>
            </a:xfrm>
            <a:custGeom>
              <a:avLst/>
              <a:gdLst/>
              <a:ahLst/>
              <a:cxnLst/>
              <a:rect l="l" t="t" r="r" b="b"/>
              <a:pathLst>
                <a:path w="4761" h="4742" extrusionOk="0">
                  <a:moveTo>
                    <a:pt x="2380" y="1904"/>
                  </a:moveTo>
                  <a:cubicBezTo>
                    <a:pt x="2414" y="1904"/>
                    <a:pt x="2462" y="1904"/>
                    <a:pt x="2495" y="1916"/>
                  </a:cubicBezTo>
                  <a:cubicBezTo>
                    <a:pt x="2649" y="1963"/>
                    <a:pt x="2775" y="2081"/>
                    <a:pt x="2823" y="2232"/>
                  </a:cubicBezTo>
                  <a:cubicBezTo>
                    <a:pt x="2870" y="2394"/>
                    <a:pt x="2823" y="2582"/>
                    <a:pt x="2694" y="2700"/>
                  </a:cubicBezTo>
                  <a:cubicBezTo>
                    <a:pt x="2608" y="2786"/>
                    <a:pt x="2493" y="2828"/>
                    <a:pt x="2377" y="2828"/>
                  </a:cubicBezTo>
                  <a:cubicBezTo>
                    <a:pt x="2339" y="2828"/>
                    <a:pt x="2300" y="2824"/>
                    <a:pt x="2263" y="2815"/>
                  </a:cubicBezTo>
                  <a:cubicBezTo>
                    <a:pt x="2112" y="2770"/>
                    <a:pt x="1994" y="2663"/>
                    <a:pt x="1935" y="2501"/>
                  </a:cubicBezTo>
                  <a:cubicBezTo>
                    <a:pt x="1890" y="2336"/>
                    <a:pt x="1935" y="2151"/>
                    <a:pt x="2064" y="2033"/>
                  </a:cubicBezTo>
                  <a:cubicBezTo>
                    <a:pt x="2145" y="1952"/>
                    <a:pt x="2263" y="1904"/>
                    <a:pt x="2380" y="1904"/>
                  </a:cubicBezTo>
                  <a:close/>
                  <a:moveTo>
                    <a:pt x="2566" y="0"/>
                  </a:moveTo>
                  <a:cubicBezTo>
                    <a:pt x="2528" y="0"/>
                    <a:pt x="2493" y="22"/>
                    <a:pt x="2484" y="62"/>
                  </a:cubicBezTo>
                  <a:lnTo>
                    <a:pt x="2344" y="600"/>
                  </a:lnTo>
                  <a:cubicBezTo>
                    <a:pt x="2204" y="611"/>
                    <a:pt x="2064" y="622"/>
                    <a:pt x="1935" y="656"/>
                  </a:cubicBezTo>
                  <a:lnTo>
                    <a:pt x="1655" y="179"/>
                  </a:lnTo>
                  <a:cubicBezTo>
                    <a:pt x="1639" y="153"/>
                    <a:pt x="1604" y="134"/>
                    <a:pt x="1568" y="134"/>
                  </a:cubicBezTo>
                  <a:cubicBezTo>
                    <a:pt x="1555" y="134"/>
                    <a:pt x="1541" y="137"/>
                    <a:pt x="1529" y="143"/>
                  </a:cubicBezTo>
                  <a:lnTo>
                    <a:pt x="863" y="541"/>
                  </a:lnTo>
                  <a:cubicBezTo>
                    <a:pt x="840" y="552"/>
                    <a:pt x="829" y="574"/>
                    <a:pt x="815" y="600"/>
                  </a:cubicBezTo>
                  <a:cubicBezTo>
                    <a:pt x="804" y="622"/>
                    <a:pt x="815" y="644"/>
                    <a:pt x="829" y="670"/>
                  </a:cubicBezTo>
                  <a:lnTo>
                    <a:pt x="1109" y="1146"/>
                  </a:lnTo>
                  <a:cubicBezTo>
                    <a:pt x="1014" y="1252"/>
                    <a:pt x="933" y="1356"/>
                    <a:pt x="863" y="1473"/>
                  </a:cubicBezTo>
                  <a:lnTo>
                    <a:pt x="325" y="1333"/>
                  </a:lnTo>
                  <a:cubicBezTo>
                    <a:pt x="318" y="1332"/>
                    <a:pt x="310" y="1331"/>
                    <a:pt x="304" y="1331"/>
                  </a:cubicBezTo>
                  <a:cubicBezTo>
                    <a:pt x="257" y="1331"/>
                    <a:pt x="220" y="1362"/>
                    <a:pt x="210" y="1403"/>
                  </a:cubicBezTo>
                  <a:lnTo>
                    <a:pt x="11" y="2151"/>
                  </a:lnTo>
                  <a:cubicBezTo>
                    <a:pt x="0" y="2196"/>
                    <a:pt x="34" y="2254"/>
                    <a:pt x="81" y="2266"/>
                  </a:cubicBezTo>
                  <a:lnTo>
                    <a:pt x="619" y="2406"/>
                  </a:lnTo>
                  <a:cubicBezTo>
                    <a:pt x="619" y="2546"/>
                    <a:pt x="641" y="2675"/>
                    <a:pt x="675" y="2815"/>
                  </a:cubicBezTo>
                  <a:lnTo>
                    <a:pt x="199" y="3095"/>
                  </a:lnTo>
                  <a:cubicBezTo>
                    <a:pt x="151" y="3120"/>
                    <a:pt x="140" y="3176"/>
                    <a:pt x="163" y="3223"/>
                  </a:cubicBezTo>
                  <a:lnTo>
                    <a:pt x="560" y="3890"/>
                  </a:lnTo>
                  <a:cubicBezTo>
                    <a:pt x="571" y="3912"/>
                    <a:pt x="594" y="3923"/>
                    <a:pt x="619" y="3935"/>
                  </a:cubicBezTo>
                  <a:cubicBezTo>
                    <a:pt x="641" y="3935"/>
                    <a:pt x="664" y="3935"/>
                    <a:pt x="689" y="3923"/>
                  </a:cubicBezTo>
                  <a:lnTo>
                    <a:pt x="1165" y="3643"/>
                  </a:lnTo>
                  <a:cubicBezTo>
                    <a:pt x="1260" y="3736"/>
                    <a:pt x="1375" y="3820"/>
                    <a:pt x="1493" y="3890"/>
                  </a:cubicBezTo>
                  <a:lnTo>
                    <a:pt x="1353" y="4425"/>
                  </a:lnTo>
                  <a:cubicBezTo>
                    <a:pt x="1341" y="4472"/>
                    <a:pt x="1364" y="4531"/>
                    <a:pt x="1411" y="4542"/>
                  </a:cubicBezTo>
                  <a:lnTo>
                    <a:pt x="2170" y="4730"/>
                  </a:lnTo>
                  <a:cubicBezTo>
                    <a:pt x="2182" y="4741"/>
                    <a:pt x="2182" y="4741"/>
                    <a:pt x="2193" y="4741"/>
                  </a:cubicBezTo>
                  <a:cubicBezTo>
                    <a:pt x="2229" y="4741"/>
                    <a:pt x="2274" y="4705"/>
                    <a:pt x="2274" y="4671"/>
                  </a:cubicBezTo>
                  <a:lnTo>
                    <a:pt x="2414" y="4133"/>
                  </a:lnTo>
                  <a:cubicBezTo>
                    <a:pt x="2554" y="4122"/>
                    <a:pt x="2694" y="4111"/>
                    <a:pt x="2823" y="4075"/>
                  </a:cubicBezTo>
                  <a:lnTo>
                    <a:pt x="3114" y="4553"/>
                  </a:lnTo>
                  <a:cubicBezTo>
                    <a:pt x="3125" y="4576"/>
                    <a:pt x="3139" y="4590"/>
                    <a:pt x="3162" y="4590"/>
                  </a:cubicBezTo>
                  <a:cubicBezTo>
                    <a:pt x="3173" y="4595"/>
                    <a:pt x="3185" y="4598"/>
                    <a:pt x="3197" y="4598"/>
                  </a:cubicBezTo>
                  <a:cubicBezTo>
                    <a:pt x="3209" y="4598"/>
                    <a:pt x="3220" y="4595"/>
                    <a:pt x="3232" y="4590"/>
                  </a:cubicBezTo>
                  <a:lnTo>
                    <a:pt x="3909" y="4192"/>
                  </a:lnTo>
                  <a:cubicBezTo>
                    <a:pt x="3943" y="4170"/>
                    <a:pt x="3965" y="4111"/>
                    <a:pt x="3932" y="4063"/>
                  </a:cubicBezTo>
                  <a:lnTo>
                    <a:pt x="3652" y="3585"/>
                  </a:lnTo>
                  <a:cubicBezTo>
                    <a:pt x="3755" y="3481"/>
                    <a:pt x="3839" y="3375"/>
                    <a:pt x="3909" y="3260"/>
                  </a:cubicBezTo>
                  <a:lnTo>
                    <a:pt x="4444" y="3400"/>
                  </a:lnTo>
                  <a:cubicBezTo>
                    <a:pt x="4450" y="3401"/>
                    <a:pt x="4456" y="3402"/>
                    <a:pt x="4462" y="3402"/>
                  </a:cubicBezTo>
                  <a:cubicBezTo>
                    <a:pt x="4503" y="3402"/>
                    <a:pt x="4541" y="3369"/>
                    <a:pt x="4551" y="3330"/>
                  </a:cubicBezTo>
                  <a:lnTo>
                    <a:pt x="4749" y="2582"/>
                  </a:lnTo>
                  <a:cubicBezTo>
                    <a:pt x="4761" y="2534"/>
                    <a:pt x="4735" y="2476"/>
                    <a:pt x="4679" y="2464"/>
                  </a:cubicBezTo>
                  <a:lnTo>
                    <a:pt x="4142" y="2324"/>
                  </a:lnTo>
                  <a:cubicBezTo>
                    <a:pt x="4142" y="2184"/>
                    <a:pt x="4119" y="2056"/>
                    <a:pt x="4083" y="1916"/>
                  </a:cubicBezTo>
                  <a:lnTo>
                    <a:pt x="4562" y="1636"/>
                  </a:lnTo>
                  <a:cubicBezTo>
                    <a:pt x="4584" y="1624"/>
                    <a:pt x="4595" y="1602"/>
                    <a:pt x="4609" y="1580"/>
                  </a:cubicBezTo>
                  <a:cubicBezTo>
                    <a:pt x="4621" y="1554"/>
                    <a:pt x="4609" y="1532"/>
                    <a:pt x="4595" y="1510"/>
                  </a:cubicBezTo>
                  <a:lnTo>
                    <a:pt x="4201" y="843"/>
                  </a:lnTo>
                  <a:cubicBezTo>
                    <a:pt x="4184" y="812"/>
                    <a:pt x="4154" y="796"/>
                    <a:pt x="4126" y="796"/>
                  </a:cubicBezTo>
                  <a:cubicBezTo>
                    <a:pt x="4110" y="796"/>
                    <a:pt x="4096" y="801"/>
                    <a:pt x="4083" y="810"/>
                  </a:cubicBezTo>
                  <a:lnTo>
                    <a:pt x="3604" y="1090"/>
                  </a:lnTo>
                  <a:cubicBezTo>
                    <a:pt x="3500" y="994"/>
                    <a:pt x="3394" y="913"/>
                    <a:pt x="3265" y="843"/>
                  </a:cubicBezTo>
                  <a:lnTo>
                    <a:pt x="3405" y="306"/>
                  </a:lnTo>
                  <a:cubicBezTo>
                    <a:pt x="3430" y="261"/>
                    <a:pt x="3394" y="202"/>
                    <a:pt x="3349" y="191"/>
                  </a:cubicBezTo>
                  <a:lnTo>
                    <a:pt x="2590" y="3"/>
                  </a:lnTo>
                  <a:cubicBezTo>
                    <a:pt x="2582" y="1"/>
                    <a:pt x="2574" y="0"/>
                    <a:pt x="25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1716;p80"/>
            <p:cNvSpPr/>
            <p:nvPr/>
          </p:nvSpPr>
          <p:spPr>
            <a:xfrm>
              <a:off x="4087765" y="1998337"/>
              <a:ext cx="541490" cy="385756"/>
            </a:xfrm>
            <a:custGeom>
              <a:avLst/>
              <a:gdLst/>
              <a:ahLst/>
              <a:cxnLst/>
              <a:rect l="l" t="t" r="r" b="b"/>
              <a:pathLst>
                <a:path w="7340" h="5229" extrusionOk="0">
                  <a:moveTo>
                    <a:pt x="339" y="1"/>
                  </a:moveTo>
                  <a:cubicBezTo>
                    <a:pt x="151" y="1"/>
                    <a:pt x="0" y="152"/>
                    <a:pt x="0" y="339"/>
                  </a:cubicBezTo>
                  <a:lnTo>
                    <a:pt x="0" y="4890"/>
                  </a:lnTo>
                  <a:cubicBezTo>
                    <a:pt x="0" y="5077"/>
                    <a:pt x="151" y="5229"/>
                    <a:pt x="339" y="5229"/>
                  </a:cubicBezTo>
                  <a:lnTo>
                    <a:pt x="6989" y="5229"/>
                  </a:lnTo>
                  <a:cubicBezTo>
                    <a:pt x="7188" y="5229"/>
                    <a:pt x="7339" y="5077"/>
                    <a:pt x="7339" y="4890"/>
                  </a:cubicBezTo>
                  <a:lnTo>
                    <a:pt x="7339" y="339"/>
                  </a:lnTo>
                  <a:cubicBezTo>
                    <a:pt x="7339" y="152"/>
                    <a:pt x="7188" y="1"/>
                    <a:pt x="6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1717;p80"/>
            <p:cNvSpPr/>
            <p:nvPr/>
          </p:nvSpPr>
          <p:spPr>
            <a:xfrm>
              <a:off x="4215975" y="2083350"/>
              <a:ext cx="279026" cy="222850"/>
            </a:xfrm>
            <a:custGeom>
              <a:avLst/>
              <a:gdLst/>
              <a:ahLst/>
              <a:cxnLst/>
              <a:rect l="l" t="t" r="r" b="b"/>
              <a:pathLst>
                <a:path w="3115" h="2488" extrusionOk="0">
                  <a:moveTo>
                    <a:pt x="2731" y="303"/>
                  </a:moveTo>
                  <a:cubicBezTo>
                    <a:pt x="2764" y="303"/>
                    <a:pt x="2801" y="340"/>
                    <a:pt x="2801" y="387"/>
                  </a:cubicBezTo>
                  <a:lnTo>
                    <a:pt x="2801" y="1493"/>
                  </a:lnTo>
                  <a:lnTo>
                    <a:pt x="2311" y="922"/>
                  </a:lnTo>
                  <a:cubicBezTo>
                    <a:pt x="2263" y="852"/>
                    <a:pt x="2182" y="830"/>
                    <a:pt x="2101" y="818"/>
                  </a:cubicBezTo>
                  <a:cubicBezTo>
                    <a:pt x="2017" y="818"/>
                    <a:pt x="1947" y="852"/>
                    <a:pt x="1891" y="922"/>
                  </a:cubicBezTo>
                  <a:lnTo>
                    <a:pt x="1317" y="1611"/>
                  </a:lnTo>
                  <a:lnTo>
                    <a:pt x="1132" y="1423"/>
                  </a:lnTo>
                  <a:cubicBezTo>
                    <a:pt x="1078" y="1371"/>
                    <a:pt x="1008" y="1346"/>
                    <a:pt x="938" y="1346"/>
                  </a:cubicBezTo>
                  <a:cubicBezTo>
                    <a:pt x="868" y="1346"/>
                    <a:pt x="798" y="1371"/>
                    <a:pt x="745" y="1423"/>
                  </a:cubicBezTo>
                  <a:lnTo>
                    <a:pt x="314" y="1857"/>
                  </a:lnTo>
                  <a:lnTo>
                    <a:pt x="314" y="387"/>
                  </a:lnTo>
                  <a:cubicBezTo>
                    <a:pt x="314" y="340"/>
                    <a:pt x="350" y="303"/>
                    <a:pt x="395" y="303"/>
                  </a:cubicBezTo>
                  <a:close/>
                  <a:moveTo>
                    <a:pt x="395" y="1"/>
                  </a:moveTo>
                  <a:cubicBezTo>
                    <a:pt x="174" y="1"/>
                    <a:pt x="0" y="177"/>
                    <a:pt x="0" y="387"/>
                  </a:cubicBezTo>
                  <a:lnTo>
                    <a:pt x="0" y="2101"/>
                  </a:lnTo>
                  <a:cubicBezTo>
                    <a:pt x="0" y="2311"/>
                    <a:pt x="174" y="2487"/>
                    <a:pt x="395" y="2487"/>
                  </a:cubicBezTo>
                  <a:lnTo>
                    <a:pt x="2731" y="2487"/>
                  </a:lnTo>
                  <a:cubicBezTo>
                    <a:pt x="2941" y="2487"/>
                    <a:pt x="3114" y="2311"/>
                    <a:pt x="3114" y="2101"/>
                  </a:cubicBezTo>
                  <a:lnTo>
                    <a:pt x="3114" y="387"/>
                  </a:lnTo>
                  <a:cubicBezTo>
                    <a:pt x="3114" y="177"/>
                    <a:pt x="2941" y="1"/>
                    <a:pt x="2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2" name="Google Shape;1323;p71"/>
          <p:cNvGrpSpPr/>
          <p:nvPr/>
        </p:nvGrpSpPr>
        <p:grpSpPr>
          <a:xfrm>
            <a:off x="999225" y="953199"/>
            <a:ext cx="1422619" cy="908118"/>
            <a:chOff x="1964262" y="3133859"/>
            <a:chExt cx="1422619" cy="908118"/>
          </a:xfrm>
        </p:grpSpPr>
        <p:grpSp>
          <p:nvGrpSpPr>
            <p:cNvPr id="73" name="Google Shape;1324;p71"/>
            <p:cNvGrpSpPr/>
            <p:nvPr/>
          </p:nvGrpSpPr>
          <p:grpSpPr>
            <a:xfrm>
              <a:off x="2627043" y="3133859"/>
              <a:ext cx="759839" cy="908118"/>
              <a:chOff x="7948975" y="1691400"/>
              <a:chExt cx="623125" cy="744725"/>
            </a:xfrm>
          </p:grpSpPr>
          <p:sp>
            <p:nvSpPr>
              <p:cNvPr id="84" name="Google Shape;1325;p71"/>
              <p:cNvSpPr/>
              <p:nvPr/>
            </p:nvSpPr>
            <p:spPr>
              <a:xfrm>
                <a:off x="7948975" y="1770425"/>
                <a:ext cx="623125" cy="6657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26628" extrusionOk="0">
                    <a:moveTo>
                      <a:pt x="1" y="1"/>
                    </a:moveTo>
                    <a:lnTo>
                      <a:pt x="1" y="25199"/>
                    </a:lnTo>
                    <a:cubicBezTo>
                      <a:pt x="1" y="25989"/>
                      <a:pt x="639" y="26627"/>
                      <a:pt x="1429" y="26627"/>
                    </a:cubicBezTo>
                    <a:lnTo>
                      <a:pt x="23436" y="26627"/>
                    </a:lnTo>
                    <a:cubicBezTo>
                      <a:pt x="24226" y="26627"/>
                      <a:pt x="24864" y="25989"/>
                      <a:pt x="24925" y="25199"/>
                    </a:cubicBezTo>
                    <a:lnTo>
                      <a:pt x="2492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1326;p71"/>
              <p:cNvSpPr/>
              <p:nvPr/>
            </p:nvSpPr>
            <p:spPr>
              <a:xfrm>
                <a:off x="7948975" y="1691400"/>
                <a:ext cx="6231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3132" extrusionOk="0">
                    <a:moveTo>
                      <a:pt x="1429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3131"/>
                    </a:lnTo>
                    <a:lnTo>
                      <a:pt x="24925" y="3131"/>
                    </a:lnTo>
                    <a:lnTo>
                      <a:pt x="24925" y="1459"/>
                    </a:lnTo>
                    <a:cubicBezTo>
                      <a:pt x="24864" y="639"/>
                      <a:pt x="24226" y="0"/>
                      <a:pt x="23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1327;p71"/>
              <p:cNvSpPr/>
              <p:nvPr/>
            </p:nvSpPr>
            <p:spPr>
              <a:xfrm>
                <a:off x="799532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13" y="1"/>
                      <a:pt x="1" y="214"/>
                      <a:pt x="1" y="487"/>
                    </a:cubicBezTo>
                    <a:cubicBezTo>
                      <a:pt x="1" y="761"/>
                      <a:pt x="213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91" y="1"/>
                      <a:pt x="487" y="1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" name="Google Shape;1328;p71"/>
              <p:cNvSpPr/>
              <p:nvPr/>
            </p:nvSpPr>
            <p:spPr>
              <a:xfrm>
                <a:off x="804927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14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61" y="1"/>
                      <a:pt x="487" y="1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" name="Google Shape;1329;p71"/>
              <p:cNvSpPr/>
              <p:nvPr/>
            </p:nvSpPr>
            <p:spPr>
              <a:xfrm>
                <a:off x="8103225" y="1717225"/>
                <a:ext cx="251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974" extrusionOk="0">
                    <a:moveTo>
                      <a:pt x="518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44" y="974"/>
                      <a:pt x="518" y="974"/>
                    </a:cubicBezTo>
                    <a:cubicBezTo>
                      <a:pt x="761" y="974"/>
                      <a:pt x="1004" y="761"/>
                      <a:pt x="1004" y="487"/>
                    </a:cubicBezTo>
                    <a:cubicBezTo>
                      <a:pt x="1004" y="214"/>
                      <a:pt x="761" y="1"/>
                      <a:pt x="518" y="1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1330;p71"/>
              <p:cNvSpPr/>
              <p:nvPr/>
            </p:nvSpPr>
            <p:spPr>
              <a:xfrm>
                <a:off x="8015075" y="186312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1331;p71"/>
              <p:cNvSpPr/>
              <p:nvPr/>
            </p:nvSpPr>
            <p:spPr>
              <a:xfrm>
                <a:off x="8151100" y="187452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1332;p71"/>
              <p:cNvSpPr/>
              <p:nvPr/>
            </p:nvSpPr>
            <p:spPr>
              <a:xfrm>
                <a:off x="8151100" y="193000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1333;p71"/>
              <p:cNvSpPr/>
              <p:nvPr/>
            </p:nvSpPr>
            <p:spPr>
              <a:xfrm>
                <a:off x="8360825" y="193000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1334;p71"/>
              <p:cNvSpPr/>
              <p:nvPr/>
            </p:nvSpPr>
            <p:spPr>
              <a:xfrm>
                <a:off x="8015075" y="2030300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1335;p71"/>
              <p:cNvSpPr/>
              <p:nvPr/>
            </p:nvSpPr>
            <p:spPr>
              <a:xfrm>
                <a:off x="8151100" y="2041700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1336;p71"/>
              <p:cNvSpPr/>
              <p:nvPr/>
            </p:nvSpPr>
            <p:spPr>
              <a:xfrm>
                <a:off x="8151100" y="2097175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1337;p71"/>
              <p:cNvSpPr/>
              <p:nvPr/>
            </p:nvSpPr>
            <p:spPr>
              <a:xfrm>
                <a:off x="8360825" y="2097175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1338;p71"/>
              <p:cNvSpPr/>
              <p:nvPr/>
            </p:nvSpPr>
            <p:spPr>
              <a:xfrm>
                <a:off x="8015075" y="219747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1339;p71"/>
              <p:cNvSpPr/>
              <p:nvPr/>
            </p:nvSpPr>
            <p:spPr>
              <a:xfrm>
                <a:off x="8151100" y="220887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1340;p71"/>
              <p:cNvSpPr/>
              <p:nvPr/>
            </p:nvSpPr>
            <p:spPr>
              <a:xfrm>
                <a:off x="8151100" y="226435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1341;p71"/>
              <p:cNvSpPr/>
              <p:nvPr/>
            </p:nvSpPr>
            <p:spPr>
              <a:xfrm>
                <a:off x="8360825" y="226435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4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4" name="Google Shape;1342;p71"/>
            <p:cNvGrpSpPr/>
            <p:nvPr/>
          </p:nvGrpSpPr>
          <p:grpSpPr>
            <a:xfrm>
              <a:off x="1964262" y="3226627"/>
              <a:ext cx="758924" cy="321556"/>
              <a:chOff x="5021875" y="2898100"/>
              <a:chExt cx="622375" cy="263700"/>
            </a:xfrm>
          </p:grpSpPr>
          <p:sp>
            <p:nvSpPr>
              <p:cNvPr id="75" name="Google Shape;1343;p71"/>
              <p:cNvSpPr/>
              <p:nvPr/>
            </p:nvSpPr>
            <p:spPr>
              <a:xfrm>
                <a:off x="5021875" y="2976375"/>
                <a:ext cx="622375" cy="1854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7417" extrusionOk="0">
                    <a:moveTo>
                      <a:pt x="0" y="0"/>
                    </a:moveTo>
                    <a:lnTo>
                      <a:pt x="0" y="5988"/>
                    </a:lnTo>
                    <a:cubicBezTo>
                      <a:pt x="0" y="6779"/>
                      <a:pt x="669" y="7417"/>
                      <a:pt x="1459" y="7417"/>
                    </a:cubicBezTo>
                    <a:lnTo>
                      <a:pt x="23466" y="7417"/>
                    </a:lnTo>
                    <a:cubicBezTo>
                      <a:pt x="24256" y="7417"/>
                      <a:pt x="24894" y="6748"/>
                      <a:pt x="24894" y="5988"/>
                    </a:cubicBezTo>
                    <a:lnTo>
                      <a:pt x="248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1344;p71"/>
              <p:cNvSpPr/>
              <p:nvPr/>
            </p:nvSpPr>
            <p:spPr>
              <a:xfrm>
                <a:off x="5021875" y="2898100"/>
                <a:ext cx="6223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3101" extrusionOk="0">
                    <a:moveTo>
                      <a:pt x="1459" y="1"/>
                    </a:moveTo>
                    <a:cubicBezTo>
                      <a:pt x="669" y="1"/>
                      <a:pt x="0" y="639"/>
                      <a:pt x="0" y="1429"/>
                    </a:cubicBezTo>
                    <a:lnTo>
                      <a:pt x="0" y="3101"/>
                    </a:lnTo>
                    <a:lnTo>
                      <a:pt x="24894" y="3101"/>
                    </a:lnTo>
                    <a:lnTo>
                      <a:pt x="24894" y="1429"/>
                    </a:lnTo>
                    <a:cubicBezTo>
                      <a:pt x="24894" y="639"/>
                      <a:pt x="24256" y="1"/>
                      <a:pt x="234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7" name="Google Shape;1345;p71"/>
              <p:cNvSpPr/>
              <p:nvPr/>
            </p:nvSpPr>
            <p:spPr>
              <a:xfrm>
                <a:off x="5069750" y="2922425"/>
                <a:ext cx="2432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04" extrusionOk="0">
                    <a:moveTo>
                      <a:pt x="487" y="0"/>
                    </a:moveTo>
                    <a:cubicBezTo>
                      <a:pt x="213" y="0"/>
                      <a:pt x="0" y="243"/>
                      <a:pt x="0" y="487"/>
                    </a:cubicBezTo>
                    <a:cubicBezTo>
                      <a:pt x="0" y="760"/>
                      <a:pt x="213" y="1003"/>
                      <a:pt x="487" y="1003"/>
                    </a:cubicBezTo>
                    <a:cubicBezTo>
                      <a:pt x="760" y="1003"/>
                      <a:pt x="973" y="760"/>
                      <a:pt x="973" y="487"/>
                    </a:cubicBez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1346;p71"/>
              <p:cNvSpPr/>
              <p:nvPr/>
            </p:nvSpPr>
            <p:spPr>
              <a:xfrm>
                <a:off x="512292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91" y="0"/>
                      <a:pt x="487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1347;p71"/>
              <p:cNvSpPr/>
              <p:nvPr/>
            </p:nvSpPr>
            <p:spPr>
              <a:xfrm>
                <a:off x="517687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61" y="0"/>
                      <a:pt x="487" y="0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1348;p71"/>
              <p:cNvSpPr/>
              <p:nvPr/>
            </p:nvSpPr>
            <p:spPr>
              <a:xfrm>
                <a:off x="5088750" y="3020450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885" y="0"/>
                    </a:moveTo>
                    <a:cubicBezTo>
                      <a:pt x="821" y="0"/>
                      <a:pt x="0" y="821"/>
                      <a:pt x="0" y="1885"/>
                    </a:cubicBezTo>
                    <a:cubicBezTo>
                      <a:pt x="0" y="2949"/>
                      <a:pt x="821" y="3800"/>
                      <a:pt x="1885" y="3800"/>
                    </a:cubicBezTo>
                    <a:cubicBezTo>
                      <a:pt x="2948" y="3800"/>
                      <a:pt x="3800" y="2949"/>
                      <a:pt x="3800" y="1885"/>
                    </a:cubicBezTo>
                    <a:cubicBezTo>
                      <a:pt x="3800" y="821"/>
                      <a:pt x="2918" y="0"/>
                      <a:pt x="18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1349;p71"/>
              <p:cNvSpPr/>
              <p:nvPr/>
            </p:nvSpPr>
            <p:spPr>
              <a:xfrm>
                <a:off x="5225525" y="3031850"/>
                <a:ext cx="3351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05" h="913" extrusionOk="0">
                    <a:moveTo>
                      <a:pt x="426" y="0"/>
                    </a:moveTo>
                    <a:cubicBezTo>
                      <a:pt x="183" y="0"/>
                      <a:pt x="0" y="183"/>
                      <a:pt x="0" y="426"/>
                    </a:cubicBezTo>
                    <a:lnTo>
                      <a:pt x="0" y="487"/>
                    </a:lnTo>
                    <a:cubicBezTo>
                      <a:pt x="0" y="730"/>
                      <a:pt x="183" y="912"/>
                      <a:pt x="426" y="912"/>
                    </a:cubicBezTo>
                    <a:lnTo>
                      <a:pt x="12979" y="912"/>
                    </a:lnTo>
                    <a:cubicBezTo>
                      <a:pt x="13222" y="912"/>
                      <a:pt x="13405" y="730"/>
                      <a:pt x="13405" y="487"/>
                    </a:cubicBezTo>
                    <a:lnTo>
                      <a:pt x="13405" y="426"/>
                    </a:lnTo>
                    <a:cubicBezTo>
                      <a:pt x="13405" y="183"/>
                      <a:pt x="13222" y="0"/>
                      <a:pt x="129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" name="Google Shape;1350;p71"/>
              <p:cNvSpPr/>
              <p:nvPr/>
            </p:nvSpPr>
            <p:spPr>
              <a:xfrm>
                <a:off x="5225525" y="3086550"/>
                <a:ext cx="18695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913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517"/>
                    </a:lnTo>
                    <a:cubicBezTo>
                      <a:pt x="0" y="730"/>
                      <a:pt x="183" y="913"/>
                      <a:pt x="426" y="913"/>
                    </a:cubicBezTo>
                    <a:lnTo>
                      <a:pt x="7052" y="913"/>
                    </a:lnTo>
                    <a:cubicBezTo>
                      <a:pt x="7295" y="913"/>
                      <a:pt x="7478" y="730"/>
                      <a:pt x="7478" y="517"/>
                    </a:cubicBezTo>
                    <a:lnTo>
                      <a:pt x="7478" y="426"/>
                    </a:lnTo>
                    <a:cubicBezTo>
                      <a:pt x="7478" y="183"/>
                      <a:pt x="7295" y="1"/>
                      <a:pt x="7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" name="Google Shape;1351;p71"/>
              <p:cNvSpPr/>
              <p:nvPr/>
            </p:nvSpPr>
            <p:spPr>
              <a:xfrm>
                <a:off x="5434500" y="3086550"/>
                <a:ext cx="53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913" extrusionOk="0">
                    <a:moveTo>
                      <a:pt x="456" y="1"/>
                    </a:moveTo>
                    <a:cubicBezTo>
                      <a:pt x="183" y="1"/>
                      <a:pt x="0" y="244"/>
                      <a:pt x="0" y="457"/>
                    </a:cubicBezTo>
                    <a:cubicBezTo>
                      <a:pt x="0" y="730"/>
                      <a:pt x="213" y="913"/>
                      <a:pt x="456" y="913"/>
                    </a:cubicBezTo>
                    <a:lnTo>
                      <a:pt x="1702" y="913"/>
                    </a:lnTo>
                    <a:cubicBezTo>
                      <a:pt x="1945" y="913"/>
                      <a:pt x="2128" y="730"/>
                      <a:pt x="2158" y="457"/>
                    </a:cubicBezTo>
                    <a:cubicBezTo>
                      <a:pt x="2158" y="214"/>
                      <a:pt x="1945" y="1"/>
                      <a:pt x="1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94"/>
          <p:cNvSpPr txBox="1">
            <a:spLocks noGrp="1"/>
          </p:cNvSpPr>
          <p:nvPr>
            <p:ph type="title"/>
          </p:nvPr>
        </p:nvSpPr>
        <p:spPr>
          <a:xfrm>
            <a:off x="1226784" y="1773837"/>
            <a:ext cx="5944353" cy="21755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/>
              <a:t>THANK YOU</a:t>
            </a:r>
            <a:endParaRPr u="sng" dirty="0"/>
          </a:p>
        </p:txBody>
      </p:sp>
      <p:sp>
        <p:nvSpPr>
          <p:cNvPr id="2318" name="Google Shape;2318;p94"/>
          <p:cNvSpPr/>
          <p:nvPr/>
        </p:nvSpPr>
        <p:spPr>
          <a:xfrm>
            <a:off x="6784035" y="1898702"/>
            <a:ext cx="334609" cy="33460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7" name="Google Shape;2327;p94"/>
          <p:cNvSpPr/>
          <p:nvPr/>
        </p:nvSpPr>
        <p:spPr>
          <a:xfrm>
            <a:off x="5505449" y="3655525"/>
            <a:ext cx="247640" cy="247640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1833;p84"/>
          <p:cNvSpPr/>
          <p:nvPr/>
        </p:nvSpPr>
        <p:spPr>
          <a:xfrm>
            <a:off x="1159698" y="22161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" name="Straight Connector 3"/>
          <p:cNvCxnSpPr/>
          <p:nvPr/>
        </p:nvCxnSpPr>
        <p:spPr>
          <a:xfrm>
            <a:off x="2216989" y="3312543"/>
            <a:ext cx="36921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2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800" fill="hold"/>
                                        <p:tgtEl>
                                          <p:spTgt spid="23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23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 Online News App by Slidesgo">
  <a:themeElements>
    <a:clrScheme name="">
      <a:dk1>
        <a:srgbClr val="17336B"/>
      </a:dk1>
      <a:lt1>
        <a:srgbClr val="F9F8FF"/>
      </a:lt1>
      <a:dk2>
        <a:srgbClr val="66BEE9"/>
      </a:dk2>
      <a:lt2>
        <a:srgbClr val="4EB3E4"/>
      </a:lt2>
      <a:accent1>
        <a:srgbClr val="FFD65F"/>
      </a:accent1>
      <a:accent2>
        <a:srgbClr val="FDA0B4"/>
      </a:accent2>
      <a:accent3>
        <a:srgbClr val="E951C2"/>
      </a:accent3>
      <a:accent4>
        <a:srgbClr val="60D8F4"/>
      </a:accent4>
      <a:accent5>
        <a:srgbClr val="81EEEB"/>
      </a:accent5>
      <a:accent6>
        <a:srgbClr val="DF5F69"/>
      </a:accent6>
      <a:hlink>
        <a:srgbClr val="2400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2675</Words>
  <Application>WPS Presentation</Application>
  <PresentationFormat>On-screen Show (16:9)</PresentationFormat>
  <Paragraphs>100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Arial</vt:lpstr>
      <vt:lpstr>Orbitron</vt:lpstr>
      <vt:lpstr>Quicksand</vt:lpstr>
      <vt:lpstr>Denk One</vt:lpstr>
      <vt:lpstr>Fira Sans Extra Condensed</vt:lpstr>
      <vt:lpstr>Sitka Display Semibold</vt:lpstr>
      <vt:lpstr>Calibri</vt:lpstr>
      <vt:lpstr>Tahoma</vt:lpstr>
      <vt:lpstr>Franklin Gothic Demi</vt:lpstr>
      <vt:lpstr>Segoe UI</vt:lpstr>
      <vt:lpstr>Times New Roman</vt:lpstr>
      <vt:lpstr>Microsoft Sans Serif</vt:lpstr>
      <vt:lpstr>Microsoft YaHei</vt:lpstr>
      <vt:lpstr>Arial Unicode MS</vt:lpstr>
      <vt:lpstr> Online News App by Slidesgo</vt:lpstr>
      <vt:lpstr>MODERN DIGITAL BANKING DASHBOARD</vt:lpstr>
      <vt:lpstr>WHY WE BUILT THE DASHBOARD</vt:lpstr>
      <vt:lpstr> MODERN  TECH  STACK OVERVIEW</vt:lpstr>
      <vt:lpstr> SCALABLE &amp; MODULAR SYSTEM ARCHITECTURE</vt:lpstr>
      <vt:lpstr>A DESIGN FOR A MAINTAINABLE CODEBASE –MODULAR ARCHITECTURE</vt:lpstr>
      <vt:lpstr>PowerPoint 演示文稿</vt:lpstr>
      <vt:lpstr>PowerPoint 演示文稿</vt:lpstr>
      <vt:lpstr>PowerPoint 演示文稿</vt:lpstr>
      <vt:lpstr>CORE FEATURES: WORKFLOW AND MANAGEMENT</vt:lpstr>
      <vt:lpstr>PowerPoint 演示文稿</vt:lpstr>
      <vt:lpstr>PowerPoint 演示文稿</vt:lpstr>
      <vt:lpstr>PowerPoint 演示文稿</vt:lpstr>
      <vt:lpstr>PowerPoint 演示文稿</vt:lpstr>
      <vt:lpstr>TEAM  CONTRIBUTIONS</vt:lpstr>
      <vt:lpstr>PRESENTATION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Sowmya Sree</dc:creator>
  <cp:lastModifiedBy>Tanuja More</cp:lastModifiedBy>
  <cp:revision>5</cp:revision>
  <dcterms:created xsi:type="dcterms:W3CDTF">2026-02-19T18:18:46Z</dcterms:created>
  <dcterms:modified xsi:type="dcterms:W3CDTF">2026-02-19T18:21:15Z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4CE20E43A30E48B685A95214CC860129_13</vt:lpwstr>
  </property>
  <property fmtid="{D5CDD505-2E9C-101B-9397-08002B2CF9AE}" pid="3" name="KSOProductBuildVer">
    <vt:lpwstr>1033-12.2.0.23196</vt:lpwstr>
  </property>
</Properties>
</file>